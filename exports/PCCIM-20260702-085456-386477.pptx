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PCCIM Application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</a:p>
          <a:p>
            <a:pPr>
              <a:defRPr sz="1800"/>
            </a:pPr>
            <a:r>
              <a:t>            Request No: PCCIM-20260702-085456-386477</a:t>
            </a:r>
          </a:p>
          <a:p>
            <a:pPr>
              <a:defRPr sz="1800"/>
            </a:pPr>
            <a:r>
              <a:t>            Apply Date: 2026-07-02</a:t>
            </a:r>
          </a:p>
          <a:p>
            <a:pPr>
              <a:defRPr sz="1800"/>
            </a:pPr>
            <a:r>
              <a:t>            Title: d</a:t>
            </a:r>
          </a:p>
          <a:p>
            <a:pPr>
              <a:defRPr sz="1800"/>
            </a:pPr>
            <a:r>
              <a:t>            IN/DN: </a:t>
            </a:r>
          </a:p>
          <a:p>
            <a:pPr>
              <a:defRPr sz="1800"/>
            </a:pPr>
            <a:r>
              <a:t>            Create Date: </a:t>
            </a:r>
          </a:p>
          <a:p>
            <a:pPr>
              <a:defRPr sz="1800"/>
            </a:pPr>
            <a:r>
              <a:t>            Close Date: </a:t>
            </a:r>
          </a:p>
          <a:p>
            <a:pPr>
              <a:defRPr sz="1800"/>
            </a:pPr>
            <a:r>
              <a:t>            Machine: </a:t>
            </a:r>
          </a:p>
          <a:p>
            <a:pPr>
              <a:defRPr sz="1800"/>
            </a:pPr>
            <a:r>
              <a:t>            Module Name: </a:t>
            </a:r>
          </a:p>
          <a:p>
            <a:pPr>
              <a:defRPr sz="1800"/>
            </a:pPr>
            <a:r>
              <a:t>            Department: </a:t>
            </a:r>
          </a:p>
          <a:p>
            <a:pPr>
              <a:defRPr sz="1800"/>
            </a:pPr>
            <a:r>
              <a:t>            Author: d</a:t>
            </a:r>
          </a:p>
          <a:p>
            <a:pPr>
              <a:defRPr sz="1800"/>
            </a:pPr>
            <a:r>
              <a:t>         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PCCIM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</a:p>
          <a:p>
            <a:pPr>
              <a:defRPr sz="1300"/>
            </a:pPr>
            <a:r>
              <a:t>Problem Description:</a:t>
            </a:r>
          </a:p>
          <a:p>
            <a:pPr>
              <a:defRPr sz="1300"/>
            </a:pPr>
            <a:r>
              <a:t>d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Action Taken:</a:t>
            </a:r>
          </a:p>
          <a:p>
            <a:pPr>
              <a:defRPr sz="1300"/>
            </a:pPr>
            <a:r>
              <a:t>d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Impact Container:</a:t>
            </a:r>
          </a:p>
          <a:p>
            <a:pPr>
              <a:defRPr sz="1300"/>
            </a:pPr>
            <a:r>
              <a:t>d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Need Help From PE/DE:</a:t>
            </a:r>
          </a:p>
          <a:p>
            <a:pPr>
              <a:defRPr sz="1300"/>
            </a:pPr>
            <a:r>
              <a:t>d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Root Cause:</a:t>
            </a:r>
          </a:p>
          <a:p>
            <a:pPr>
              <a:defRPr sz="1300"/>
            </a:pPr>
            <a:r>
              <a:t>d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Solution:</a:t>
            </a:r>
          </a:p>
          <a:p>
            <a:pPr>
              <a:defRPr sz="1300"/>
            </a:pPr>
            <a:r>
              <a:t>d</a:t>
            </a:r>
          </a:p>
          <a:p>
            <a:pPr>
              <a:defRPr sz="13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