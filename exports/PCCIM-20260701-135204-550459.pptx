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PCCIM Application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  <a:r>
              <a:t>Request No: PCCIM-20260701-135204-550459</a:t>
            </a:r>
          </a:p>
          <a:p>
            <a:pPr>
              <a:defRPr sz="1800"/>
            </a:pPr>
            <a:r>
              <a:t>Apply Date: 2026-07-01</a:t>
            </a:r>
          </a:p>
          <a:p>
            <a:pPr>
              <a:defRPr sz="1800"/>
            </a:pPr>
            <a:r>
              <a:t>Title: frf</a:t>
            </a:r>
          </a:p>
          <a:p>
            <a:pPr>
              <a:defRPr sz="1800"/>
            </a:pPr>
            <a:r>
              <a:t>IN/DN: </a:t>
            </a:r>
          </a:p>
          <a:p>
            <a:pPr>
              <a:defRPr sz="1800"/>
            </a:pPr>
            <a:r>
              <a:t>Create Date: </a:t>
            </a:r>
          </a:p>
          <a:p>
            <a:pPr>
              <a:defRPr sz="1800"/>
            </a:pPr>
            <a:r>
              <a:t>Close Date: </a:t>
            </a:r>
          </a:p>
          <a:p>
            <a:pPr>
              <a:defRPr sz="1800"/>
            </a:pPr>
            <a:r>
              <a:t>Machine: </a:t>
            </a:r>
          </a:p>
          <a:p>
            <a:pPr>
              <a:defRPr sz="1800"/>
            </a:pPr>
            <a:r>
              <a:t>Module Name: </a:t>
            </a:r>
          </a:p>
          <a:p>
            <a:pPr>
              <a:defRPr sz="1800"/>
            </a:pPr>
            <a:r>
              <a:t>Department: </a:t>
            </a:r>
          </a:p>
          <a:p>
            <a:pPr>
              <a:defRPr sz="1800"/>
            </a:pPr>
            <a:r>
              <a:t>Author: 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PCCIM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</a:p>
          <a:p>
            <a:pPr>
              <a:defRPr sz="1300"/>
            </a:pPr>
            <a:r>
              <a:t>Problem Description: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Action Taken: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Impact Container: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Need Help From PE/DE: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Root Cause: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Solution:</a:t>
            </a:r>
          </a:p>
          <a:p>
            <a:pPr>
              <a:defRPr sz="1300"/>
            </a:pPr>
          </a:p>
          <a:p>
            <a:pPr>
              <a:defRPr sz="13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