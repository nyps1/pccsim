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3.xml" ContentType="application/vnd.openxmlformats-officedocument.theme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slideLayouts/slideLayout8.xml" ContentType="application/vnd.openxmlformats-officedocument.presentationml.slideLayout+xml"/>
  <Override PartName="/ppt/theme/theme4.xml" ContentType="application/vnd.openxmlformats-officedocument.theme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5.xml" ContentType="application/vnd.openxmlformats-officedocument.theme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slideLayouts/slideLayout12.xml" ContentType="application/vnd.openxmlformats-officedocument.presentationml.slideLayout+xml"/>
  <Override PartName="/ppt/theme/theme6.xml" ContentType="application/vnd.openxmlformats-officedocument.them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slideLayouts/slideLayout13.xml" ContentType="application/vnd.openxmlformats-officedocument.presentationml.slideLayout+xml"/>
  <Override PartName="/ppt/theme/theme7.xml" ContentType="application/vnd.openxmlformats-officedocument.theme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slideLayouts/slideLayout14.xml" ContentType="application/vnd.openxmlformats-officedocument.presentationml.slideLayout+xml"/>
  <Override PartName="/ppt/theme/theme8.xml" ContentType="application/vnd.openxmlformats-officedocument.them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slideLayouts/slideLayout15.xml" ContentType="application/vnd.openxmlformats-officedocument.presentationml.slideLayout+xml"/>
  <Override PartName="/ppt/theme/theme9.xml" ContentType="application/vnd.openxmlformats-officedocument.theme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10.xml" ContentType="application/vnd.openxmlformats-officedocument.theme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heme/theme11.xml" ContentType="application/vnd.openxmlformats-officedocument.theme+xml"/>
  <Override PartName="/ppt/theme/theme1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4" r:id="rId5"/>
    <p:sldMasterId id="2147483660" r:id="rId6"/>
    <p:sldMasterId id="2147483672" r:id="rId7"/>
    <p:sldMasterId id="2147483677" r:id="rId8"/>
    <p:sldMasterId id="2147483680" r:id="rId9"/>
    <p:sldMasterId id="2147483684" r:id="rId10"/>
    <p:sldMasterId id="2147483686" r:id="rId11"/>
    <p:sldMasterId id="2147483688" r:id="rId12"/>
    <p:sldMasterId id="2147483698" r:id="rId13"/>
    <p:sldMasterId id="2147483690" r:id="rId14"/>
  </p:sldMasterIdLst>
  <p:notesMasterIdLst>
    <p:notesMasterId r:id="rId26"/>
  </p:notesMasterIdLst>
  <p:handoutMasterIdLst>
    <p:handoutMasterId r:id="rId27"/>
  </p:handoutMasterIdLst>
  <p:sldIdLst>
    <p:sldId id="2090651210" r:id="rId15"/>
    <p:sldId id="2090651971" r:id="rId16"/>
    <p:sldId id="2090652012" r:id="rId17"/>
    <p:sldId id="2090651942" r:id="rId18"/>
    <p:sldId id="2090651944" r:id="rId19"/>
    <p:sldId id="2090651945" r:id="rId20"/>
    <p:sldId id="2090651943" r:id="rId21"/>
    <p:sldId id="2090651946" r:id="rId22"/>
    <p:sldId id="2090651947" r:id="rId23"/>
    <p:sldId id="2090651948" r:id="rId24"/>
    <p:sldId id="263" r:id="rId25"/>
  </p:sldIdLst>
  <p:sldSz cx="12192000" cy="6858000"/>
  <p:notesSz cx="6858000" cy="9144000"/>
  <p:custDataLst>
    <p:tags r:id="rId2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ingle Page Summary" id="{D45A9B79-5032-42E0-962D-9CFFF9C07898}">
          <p14:sldIdLst>
            <p14:sldId id="2090651210"/>
            <p14:sldId id="2090651971"/>
          </p14:sldIdLst>
        </p14:section>
        <p14:section name="Problem" id="{575E4FD6-59F5-47AD-83DB-6C6E2A11EF4B}">
          <p14:sldIdLst>
            <p14:sldId id="2090652012"/>
          </p14:sldIdLst>
        </p14:section>
        <p14:section name="Containment" id="{070D6380-69E6-4E4D-997B-793FA1A80924}">
          <p14:sldIdLst>
            <p14:sldId id="2090651942"/>
          </p14:sldIdLst>
        </p14:section>
        <p14:section name="Cause" id="{3829960F-A341-4B00-8CA3-778D27287F72}">
          <p14:sldIdLst>
            <p14:sldId id="2090651944"/>
            <p14:sldId id="2090651945"/>
            <p14:sldId id="2090651943"/>
          </p14:sldIdLst>
        </p14:section>
        <p14:section name="Solution" id="{2CAF2385-3AEF-4F32-8A63-830F693FB3F4}">
          <p14:sldIdLst>
            <p14:sldId id="2090651946"/>
          </p14:sldIdLst>
        </p14:section>
        <p14:section name="Implementation (Optional)" id="{2352CFEE-2334-4260-B2FA-BFAF63CA02AB}">
          <p14:sldIdLst>
            <p14:sldId id="2090651947"/>
          </p14:sldIdLst>
        </p14:section>
        <p14:section name="Monitoring (Optional)" id="{E2D0798A-1D58-4478-8608-5165300AD47C}">
          <p14:sldIdLst>
            <p14:sldId id="2090651948"/>
          </p14:sldIdLst>
        </p14:section>
        <p14:section name="End" id="{2E7ED6D3-CE80-448B-A1C1-19D13B63864D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7DDB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900BCB-1E3A-4E1C-B560-AA43156C093D}" v="7" dt="2026-07-03T01:00:24.355"/>
  </p1510:revLst>
</p1510:revInfo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30" autoAdjust="0"/>
    <p:restoredTop sz="93705" autoAdjust="0"/>
  </p:normalViewPr>
  <p:slideViewPr>
    <p:cSldViewPr snapToGrid="0">
      <p:cViewPr varScale="1">
        <p:scale>
          <a:sx n="69" d="100"/>
          <a:sy n="69" d="100"/>
        </p:scale>
        <p:origin x="44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4.xml"/><Relationship Id="rId13" Type="http://schemas.openxmlformats.org/officeDocument/2006/relationships/slideMaster" Target="slideMasters/slideMaster9.xml"/><Relationship Id="rId18" Type="http://schemas.openxmlformats.org/officeDocument/2006/relationships/slide" Target="slides/slide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7.xml"/><Relationship Id="rId34" Type="http://schemas.microsoft.com/office/2015/10/relationships/revisionInfo" Target="revisionInfo.xml"/><Relationship Id="rId7" Type="http://schemas.openxmlformats.org/officeDocument/2006/relationships/slideMaster" Target="slideMasters/slideMaster3.xml"/><Relationship Id="rId12" Type="http://schemas.openxmlformats.org/officeDocument/2006/relationships/slideMaster" Target="slideMasters/slideMaster8.xml"/><Relationship Id="rId17" Type="http://schemas.openxmlformats.org/officeDocument/2006/relationships/slide" Target="slides/slide3.xml"/><Relationship Id="rId25" Type="http://schemas.openxmlformats.org/officeDocument/2006/relationships/slide" Target="slides/slide1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2.xml"/><Relationship Id="rId20" Type="http://schemas.openxmlformats.org/officeDocument/2006/relationships/slide" Target="slides/slide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Master" Target="slideMasters/slideMaster7.xml"/><Relationship Id="rId24" Type="http://schemas.openxmlformats.org/officeDocument/2006/relationships/slide" Target="slides/slide10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.xml"/><Relationship Id="rId23" Type="http://schemas.openxmlformats.org/officeDocument/2006/relationships/slide" Target="slides/slide9.xml"/><Relationship Id="rId28" Type="http://schemas.openxmlformats.org/officeDocument/2006/relationships/tags" Target="tags/tag1.xml"/><Relationship Id="rId10" Type="http://schemas.openxmlformats.org/officeDocument/2006/relationships/slideMaster" Target="slideMasters/slideMaster6.xml"/><Relationship Id="rId19" Type="http://schemas.openxmlformats.org/officeDocument/2006/relationships/slide" Target="slides/slide5.xml"/><Relationship Id="rId31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slideMaster" Target="slideMasters/slideMaster5.xml"/><Relationship Id="rId14" Type="http://schemas.openxmlformats.org/officeDocument/2006/relationships/slideMaster" Target="slideMasters/slideMaster10.xml"/><Relationship Id="rId22" Type="http://schemas.openxmlformats.org/officeDocument/2006/relationships/slide" Target="slides/slide8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bson Chen - GIQH" userId="da1337dc-049f-4448-a50a-a939380fe338" providerId="ADAL" clId="{F3E4964A-C1D4-44BF-BD5F-BED5E3FDA289}"/>
    <pc:docChg chg="undo custSel modSld">
      <pc:chgData name="Gibson Chen - GIQH" userId="da1337dc-049f-4448-a50a-a939380fe338" providerId="ADAL" clId="{F3E4964A-C1D4-44BF-BD5F-BED5E3FDA289}" dt="2026-07-03T01:06:08.855" v="301" actId="20577"/>
      <pc:docMkLst>
        <pc:docMk/>
      </pc:docMkLst>
      <pc:sldChg chg="addSp delSp modSp mod">
        <pc:chgData name="Gibson Chen - GIQH" userId="da1337dc-049f-4448-a50a-a939380fe338" providerId="ADAL" clId="{F3E4964A-C1D4-44BF-BD5F-BED5E3FDA289}" dt="2026-07-03T00:58:37.055" v="97" actId="20577"/>
        <pc:sldMkLst>
          <pc:docMk/>
          <pc:sldMk cId="530964262" sldId="2090651210"/>
        </pc:sldMkLst>
        <pc:spChg chg="add del mod">
          <ac:chgData name="Gibson Chen - GIQH" userId="da1337dc-049f-4448-a50a-a939380fe338" providerId="ADAL" clId="{F3E4964A-C1D4-44BF-BD5F-BED5E3FDA289}" dt="2026-07-03T00:57:19.590" v="50" actId="20577"/>
          <ac:spMkLst>
            <pc:docMk/>
            <pc:sldMk cId="530964262" sldId="2090651210"/>
            <ac:spMk id="2" creationId="{A7D1FAF7-1D5F-4037-95F9-B345E20BD0A2}"/>
          </ac:spMkLst>
        </pc:spChg>
        <pc:spChg chg="mod">
          <ac:chgData name="Gibson Chen - GIQH" userId="da1337dc-049f-4448-a50a-a939380fe338" providerId="ADAL" clId="{F3E4964A-C1D4-44BF-BD5F-BED5E3FDA289}" dt="2026-07-03T00:58:37.055" v="97" actId="20577"/>
          <ac:spMkLst>
            <pc:docMk/>
            <pc:sldMk cId="530964262" sldId="2090651210"/>
            <ac:spMk id="3" creationId="{F5A6FD4A-45D5-4F56-95AA-5E52DCEDCE80}"/>
          </ac:spMkLst>
        </pc:spChg>
        <pc:spChg chg="del">
          <ac:chgData name="Gibson Chen - GIQH" userId="da1337dc-049f-4448-a50a-a939380fe338" providerId="ADAL" clId="{F3E4964A-C1D4-44BF-BD5F-BED5E3FDA289}" dt="2026-07-03T00:54:31.039" v="0"/>
          <ac:spMkLst>
            <pc:docMk/>
            <pc:sldMk cId="530964262" sldId="2090651210"/>
            <ac:spMk id="4" creationId="{DBD2AFFB-3A0B-4C56-8B39-2360DCF783C6}"/>
          </ac:spMkLst>
        </pc:spChg>
        <pc:spChg chg="add mod">
          <ac:chgData name="Gibson Chen - GIQH" userId="da1337dc-049f-4448-a50a-a939380fe338" providerId="ADAL" clId="{F3E4964A-C1D4-44BF-BD5F-BED5E3FDA289}" dt="2026-07-03T00:54:31.039" v="0"/>
          <ac:spMkLst>
            <pc:docMk/>
            <pc:sldMk cId="530964262" sldId="2090651210"/>
            <ac:spMk id="5" creationId="{7593221B-2276-6A60-D2FA-B7F5B811F935}"/>
          </ac:spMkLst>
        </pc:spChg>
        <pc:spChg chg="add mod">
          <ac:chgData name="Gibson Chen - GIQH" userId="da1337dc-049f-4448-a50a-a939380fe338" providerId="ADAL" clId="{F3E4964A-C1D4-44BF-BD5F-BED5E3FDA289}" dt="2026-07-03T00:56:11.758" v="2"/>
          <ac:spMkLst>
            <pc:docMk/>
            <pc:sldMk cId="530964262" sldId="2090651210"/>
            <ac:spMk id="6" creationId="{6F9E072C-78C8-12EE-1509-4C2A78AC933B}"/>
          </ac:spMkLst>
        </pc:spChg>
        <pc:spChg chg="add mod">
          <ac:chgData name="Gibson Chen - GIQH" userId="da1337dc-049f-4448-a50a-a939380fe338" providerId="ADAL" clId="{F3E4964A-C1D4-44BF-BD5F-BED5E3FDA289}" dt="2026-07-03T00:56:16.878" v="4"/>
          <ac:spMkLst>
            <pc:docMk/>
            <pc:sldMk cId="530964262" sldId="2090651210"/>
            <ac:spMk id="7" creationId="{6516CE02-5D03-7451-1DA6-F44A230C4522}"/>
          </ac:spMkLst>
        </pc:spChg>
      </pc:sldChg>
      <pc:sldChg chg="addSp delSp modSp mod">
        <pc:chgData name="Gibson Chen - GIQH" userId="da1337dc-049f-4448-a50a-a939380fe338" providerId="ADAL" clId="{F3E4964A-C1D4-44BF-BD5F-BED5E3FDA289}" dt="2026-07-03T01:06:08.855" v="301" actId="20577"/>
        <pc:sldMkLst>
          <pc:docMk/>
          <pc:sldMk cId="705000617" sldId="2090651971"/>
        </pc:sldMkLst>
        <pc:spChg chg="mod">
          <ac:chgData name="Gibson Chen - GIQH" userId="da1337dc-049f-4448-a50a-a939380fe338" providerId="ADAL" clId="{F3E4964A-C1D4-44BF-BD5F-BED5E3FDA289}" dt="2026-07-03T00:58:23.058" v="81" actId="20577"/>
          <ac:spMkLst>
            <pc:docMk/>
            <pc:sldMk cId="705000617" sldId="2090651971"/>
            <ac:spMk id="2" creationId="{B240AEBE-78FA-4845-9A4E-14199DA2264F}"/>
          </ac:spMkLst>
        </pc:spChg>
        <pc:spChg chg="mod">
          <ac:chgData name="Gibson Chen - GIQH" userId="da1337dc-049f-4448-a50a-a939380fe338" providerId="ADAL" clId="{F3E4964A-C1D4-44BF-BD5F-BED5E3FDA289}" dt="2026-07-03T00:58:32.903" v="96" actId="20577"/>
          <ac:spMkLst>
            <pc:docMk/>
            <pc:sldMk cId="705000617" sldId="2090651971"/>
            <ac:spMk id="3" creationId="{110844B1-1E32-40A9-B56D-5B6F294A11DC}"/>
          </ac:spMkLst>
        </pc:spChg>
        <pc:spChg chg="mod">
          <ac:chgData name="Gibson Chen - GIQH" userId="da1337dc-049f-4448-a50a-a939380fe338" providerId="ADAL" clId="{F3E4964A-C1D4-44BF-BD5F-BED5E3FDA289}" dt="2026-07-03T00:58:53.025" v="114" actId="20577"/>
          <ac:spMkLst>
            <pc:docMk/>
            <pc:sldMk cId="705000617" sldId="2090651971"/>
            <ac:spMk id="4" creationId="{B1D9C05B-4801-42C3-9551-B4E7E993F7B4}"/>
          </ac:spMkLst>
        </pc:spChg>
        <pc:spChg chg="mod">
          <ac:chgData name="Gibson Chen - GIQH" userId="da1337dc-049f-4448-a50a-a939380fe338" providerId="ADAL" clId="{F3E4964A-C1D4-44BF-BD5F-BED5E3FDA289}" dt="2026-07-03T00:59:11.095" v="125" actId="20577"/>
          <ac:spMkLst>
            <pc:docMk/>
            <pc:sldMk cId="705000617" sldId="2090651971"/>
            <ac:spMk id="5" creationId="{AB054170-6B44-40B4-A313-879E1415A99B}"/>
          </ac:spMkLst>
        </pc:spChg>
        <pc:spChg chg="mod">
          <ac:chgData name="Gibson Chen - GIQH" userId="da1337dc-049f-4448-a50a-a939380fe338" providerId="ADAL" clId="{F3E4964A-C1D4-44BF-BD5F-BED5E3FDA289}" dt="2026-07-03T00:59:23.220" v="140" actId="20577"/>
          <ac:spMkLst>
            <pc:docMk/>
            <pc:sldMk cId="705000617" sldId="2090651971"/>
            <ac:spMk id="9" creationId="{0942005B-38CD-4F13-BD76-C1F109E7C4B2}"/>
          </ac:spMkLst>
        </pc:spChg>
        <pc:spChg chg="mod">
          <ac:chgData name="Gibson Chen - GIQH" userId="da1337dc-049f-4448-a50a-a939380fe338" providerId="ADAL" clId="{F3E4964A-C1D4-44BF-BD5F-BED5E3FDA289}" dt="2026-07-03T00:59:41.714" v="169" actId="20577"/>
          <ac:spMkLst>
            <pc:docMk/>
            <pc:sldMk cId="705000617" sldId="2090651971"/>
            <ac:spMk id="11" creationId="{B9EDBDEF-5933-4D49-BD25-7544575DF44D}"/>
          </ac:spMkLst>
        </pc:spChg>
        <pc:spChg chg="add del mod">
          <ac:chgData name="Gibson Chen - GIQH" userId="da1337dc-049f-4448-a50a-a939380fe338" providerId="ADAL" clId="{F3E4964A-C1D4-44BF-BD5F-BED5E3FDA289}" dt="2026-07-03T01:00:37.776" v="216" actId="20577"/>
          <ac:spMkLst>
            <pc:docMk/>
            <pc:sldMk cId="705000617" sldId="2090651971"/>
            <ac:spMk id="12" creationId="{6946C7B9-6C86-466E-B8E9-28393C871A21}"/>
          </ac:spMkLst>
        </pc:spChg>
        <pc:spChg chg="mod">
          <ac:chgData name="Gibson Chen - GIQH" userId="da1337dc-049f-4448-a50a-a939380fe338" providerId="ADAL" clId="{F3E4964A-C1D4-44BF-BD5F-BED5E3FDA289}" dt="2026-07-03T01:05:33.513" v="258" actId="20577"/>
          <ac:spMkLst>
            <pc:docMk/>
            <pc:sldMk cId="705000617" sldId="2090651971"/>
            <ac:spMk id="13" creationId="{5BD77BCC-E139-4E1C-B73B-2C0889B872F6}"/>
          </ac:spMkLst>
        </pc:spChg>
        <pc:spChg chg="mod">
          <ac:chgData name="Gibson Chen - GIQH" userId="da1337dc-049f-4448-a50a-a939380fe338" providerId="ADAL" clId="{F3E4964A-C1D4-44BF-BD5F-BED5E3FDA289}" dt="2026-07-03T01:05:52.680" v="273" actId="20577"/>
          <ac:spMkLst>
            <pc:docMk/>
            <pc:sldMk cId="705000617" sldId="2090651971"/>
            <ac:spMk id="14" creationId="{C43A99D0-5834-495E-B07F-574130EFFD94}"/>
          </ac:spMkLst>
        </pc:spChg>
        <pc:spChg chg="mod">
          <ac:chgData name="Gibson Chen - GIQH" userId="da1337dc-049f-4448-a50a-a939380fe338" providerId="ADAL" clId="{F3E4964A-C1D4-44BF-BD5F-BED5E3FDA289}" dt="2026-07-03T01:05:46.240" v="260" actId="20577"/>
          <ac:spMkLst>
            <pc:docMk/>
            <pc:sldMk cId="705000617" sldId="2090651971"/>
            <ac:spMk id="15" creationId="{FDCAC041-2967-41B8-BF91-F9D2187D918E}"/>
          </ac:spMkLst>
        </pc:spChg>
        <pc:spChg chg="mod">
          <ac:chgData name="Gibson Chen - GIQH" userId="da1337dc-049f-4448-a50a-a939380fe338" providerId="ADAL" clId="{F3E4964A-C1D4-44BF-BD5F-BED5E3FDA289}" dt="2026-07-03T01:06:02.157" v="289" actId="20577"/>
          <ac:spMkLst>
            <pc:docMk/>
            <pc:sldMk cId="705000617" sldId="2090651971"/>
            <ac:spMk id="16" creationId="{6D39824D-EC1D-40AB-A8F6-473454247EDA}"/>
          </ac:spMkLst>
        </pc:spChg>
        <pc:spChg chg="mod">
          <ac:chgData name="Gibson Chen - GIQH" userId="da1337dc-049f-4448-a50a-a939380fe338" providerId="ADAL" clId="{F3E4964A-C1D4-44BF-BD5F-BED5E3FDA289}" dt="2026-07-03T01:00:51.048" v="236" actId="20577"/>
          <ac:spMkLst>
            <pc:docMk/>
            <pc:sldMk cId="705000617" sldId="2090651971"/>
            <ac:spMk id="17" creationId="{C212A15A-11E0-4D35-A3C6-AE0024C0593D}"/>
          </ac:spMkLst>
        </pc:spChg>
        <pc:spChg chg="mod">
          <ac:chgData name="Gibson Chen - GIQH" userId="da1337dc-049f-4448-a50a-a939380fe338" providerId="ADAL" clId="{F3E4964A-C1D4-44BF-BD5F-BED5E3FDA289}" dt="2026-07-03T01:06:08.855" v="301" actId="20577"/>
          <ac:spMkLst>
            <pc:docMk/>
            <pc:sldMk cId="705000617" sldId="2090651971"/>
            <ac:spMk id="18" creationId="{48F47019-13A5-415F-9197-63E49EE87A99}"/>
          </ac:spMkLst>
        </pc:spChg>
        <pc:spChg chg="add mod">
          <ac:chgData name="Gibson Chen - GIQH" userId="da1337dc-049f-4448-a50a-a939380fe338" providerId="ADAL" clId="{F3E4964A-C1D4-44BF-BD5F-BED5E3FDA289}" dt="2026-07-03T01:00:24.355" v="181"/>
          <ac:spMkLst>
            <pc:docMk/>
            <pc:sldMk cId="705000617" sldId="2090651971"/>
            <ac:spMk id="19" creationId="{BE8F09CF-65F3-10FF-BD78-8A0709AEA92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27A1CF-2786-4723-A699-19DD689892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3FB8E4-394D-4C63-A741-7EDEBD2F690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694ED8-36BC-4272-9FF2-F75B116976BC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7351D7-478F-4818-A75C-670D901E14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F51E2-028B-496D-82BE-B5F40F85479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E839DB-4E02-42FD-B87A-B234F656BC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3317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442C7F-6D37-42B0-83BB-015BB5EDCE7E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188E84-F01D-468C-9EDD-F6F1711574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000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188E84-F01D-468C-9EDD-F6F1711574D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566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11.xml"/><Relationship Id="rId13" Type="http://schemas.openxmlformats.org/officeDocument/2006/relationships/tags" Target="../tags/tag16.xml"/><Relationship Id="rId18" Type="http://schemas.openxmlformats.org/officeDocument/2006/relationships/image" Target="../media/image1.emf"/><Relationship Id="rId3" Type="http://schemas.openxmlformats.org/officeDocument/2006/relationships/tags" Target="../tags/tag6.xml"/><Relationship Id="rId7" Type="http://schemas.openxmlformats.org/officeDocument/2006/relationships/tags" Target="../tags/tag10.xml"/><Relationship Id="rId12" Type="http://schemas.openxmlformats.org/officeDocument/2006/relationships/tags" Target="../tags/tag15.xml"/><Relationship Id="rId17" Type="http://schemas.openxmlformats.org/officeDocument/2006/relationships/oleObject" Target="../embeddings/oleObject3.bin"/><Relationship Id="rId2" Type="http://schemas.openxmlformats.org/officeDocument/2006/relationships/tags" Target="../tags/tag5.xml"/><Relationship Id="rId16" Type="http://schemas.openxmlformats.org/officeDocument/2006/relationships/slideMaster" Target="../slideMasters/slideMaster2.xml"/><Relationship Id="rId1" Type="http://schemas.openxmlformats.org/officeDocument/2006/relationships/tags" Target="../tags/tag4.xml"/><Relationship Id="rId6" Type="http://schemas.openxmlformats.org/officeDocument/2006/relationships/tags" Target="../tags/tag9.xml"/><Relationship Id="rId11" Type="http://schemas.openxmlformats.org/officeDocument/2006/relationships/tags" Target="../tags/tag14.xml"/><Relationship Id="rId5" Type="http://schemas.openxmlformats.org/officeDocument/2006/relationships/tags" Target="../tags/tag8.xml"/><Relationship Id="rId15" Type="http://schemas.openxmlformats.org/officeDocument/2006/relationships/tags" Target="../tags/tag18.xml"/><Relationship Id="rId10" Type="http://schemas.openxmlformats.org/officeDocument/2006/relationships/tags" Target="../tags/tag13.xml"/><Relationship Id="rId19" Type="http://schemas.openxmlformats.org/officeDocument/2006/relationships/image" Target="../media/image3.png"/><Relationship Id="rId4" Type="http://schemas.openxmlformats.org/officeDocument/2006/relationships/tags" Target="../tags/tag7.xml"/><Relationship Id="rId9" Type="http://schemas.openxmlformats.org/officeDocument/2006/relationships/tags" Target="../tags/tag12.xml"/><Relationship Id="rId14" Type="http://schemas.openxmlformats.org/officeDocument/2006/relationships/tags" Target="../tags/tag17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20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2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2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23.xml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2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3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3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8.xml"/><Relationship Id="rId1" Type="http://schemas.openxmlformats.org/officeDocument/2006/relationships/tags" Target="../tags/tag3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3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0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3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SML Cover slide 201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648000" y="4892024"/>
            <a:ext cx="10560000" cy="731512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r">
              <a:lnSpc>
                <a:spcPts val="2000"/>
              </a:lnSpc>
              <a:spcBef>
                <a:spcPts val="0"/>
              </a:spcBef>
              <a:buNone/>
              <a:defRPr sz="2133" baseline="30000">
                <a:solidFill>
                  <a:schemeClr val="tx1"/>
                </a:solidFill>
              </a:defRPr>
            </a:lvl1pPr>
            <a:lvl2pPr marL="609585" indent="0">
              <a:buNone/>
              <a:defRPr/>
            </a:lvl2pPr>
          </a:lstStyle>
          <a:p>
            <a:pPr lvl="0"/>
            <a:r>
              <a:rPr lang="en-US" noProof="0"/>
              <a:t>Owner name : BO&amp;DO / TS / PE</a:t>
            </a:r>
            <a:r>
              <a:rPr lang="zh-TW" altLang="en-US" noProof="0"/>
              <a:t> </a:t>
            </a:r>
            <a:r>
              <a:rPr lang="en-US" altLang="zh-TW" noProof="0"/>
              <a:t>/ D&amp;E</a:t>
            </a:r>
            <a:endParaRPr lang="en-US" noProof="0"/>
          </a:p>
        </p:txBody>
      </p:sp>
      <p:sp>
        <p:nvSpPr>
          <p:cNvPr id="14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48000" y="5880000"/>
            <a:ext cx="10560000" cy="18720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lnSpc>
                <a:spcPts val="1467"/>
              </a:lnSpc>
              <a:spcBef>
                <a:spcPts val="0"/>
              </a:spcBef>
              <a:buNone/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&lt;Date&gt;  |  &lt;Place&gt;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648000" y="3787264"/>
            <a:ext cx="10560000" cy="82073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indent="0" algn="r">
              <a:lnSpc>
                <a:spcPts val="3200"/>
              </a:lnSpc>
              <a:spcBef>
                <a:spcPts val="0"/>
              </a:spcBef>
              <a:buNone/>
              <a:defRPr sz="2933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Fill in your title here: </a:t>
            </a:r>
            <a:br>
              <a:rPr lang="en-US" noProof="0"/>
            </a:br>
            <a:r>
              <a:rPr lang="en-US" noProof="0"/>
              <a:t>IN/</a:t>
            </a:r>
            <a:r>
              <a:rPr lang="en-US" noProof="0" err="1"/>
              <a:t>DN_Type</a:t>
            </a:r>
            <a:r>
              <a:rPr lang="en-US" noProof="0"/>
              <a:t> of Machine/</a:t>
            </a:r>
            <a:r>
              <a:rPr lang="en-US" noProof="0" err="1"/>
              <a:t>Module_Phenomenon</a:t>
            </a:r>
            <a:r>
              <a:rPr lang="en-US" noProof="0"/>
              <a:t> </a:t>
            </a:r>
          </a:p>
        </p:txBody>
      </p:sp>
      <p:sp>
        <p:nvSpPr>
          <p:cNvPr id="28" name="Freeform 27"/>
          <p:cNvSpPr/>
          <p:nvPr userDrawn="1"/>
        </p:nvSpPr>
        <p:spPr>
          <a:xfrm>
            <a:off x="9112370" y="1815334"/>
            <a:ext cx="556308" cy="595653"/>
          </a:xfrm>
          <a:custGeom>
            <a:avLst/>
            <a:gdLst>
              <a:gd name="connsiteX0" fmla="*/ 0 w 1097756"/>
              <a:gd name="connsiteY0" fmla="*/ 0 h 1181100"/>
              <a:gd name="connsiteX1" fmla="*/ 745331 w 1097756"/>
              <a:gd name="connsiteY1" fmla="*/ 0 h 1181100"/>
              <a:gd name="connsiteX2" fmla="*/ 1097756 w 1097756"/>
              <a:gd name="connsiteY2" fmla="*/ 1178718 h 1181100"/>
              <a:gd name="connsiteX3" fmla="*/ 523875 w 1097756"/>
              <a:gd name="connsiteY3" fmla="*/ 1181100 h 1181100"/>
              <a:gd name="connsiteX4" fmla="*/ 0 w 1097756"/>
              <a:gd name="connsiteY4" fmla="*/ 0 h 1181100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523875 w 1400175"/>
              <a:gd name="connsiteY3" fmla="*/ 1181100 h 2197893"/>
              <a:gd name="connsiteX4" fmla="*/ 0 w 1400175"/>
              <a:gd name="connsiteY4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1047750 w 1400175"/>
              <a:gd name="connsiteY3" fmla="*/ 1790700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50094 w 1400175"/>
              <a:gd name="connsiteY3" fmla="*/ 2193131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230981 w 1400175"/>
              <a:gd name="connsiteY5" fmla="*/ 295275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95262 w 1400175"/>
              <a:gd name="connsiteY5" fmla="*/ 1204913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135731 w 1400175"/>
              <a:gd name="connsiteY6" fmla="*/ 1102518 h 2197893"/>
              <a:gd name="connsiteX7" fmla="*/ 0 w 1400175"/>
              <a:gd name="connsiteY7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0 w 1400175"/>
              <a:gd name="connsiteY7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378619 w 1400175"/>
              <a:gd name="connsiteY7" fmla="*/ 862012 h 2197893"/>
              <a:gd name="connsiteX8" fmla="*/ 0 w 1400175"/>
              <a:gd name="connsiteY8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0 w 1400175"/>
              <a:gd name="connsiteY8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426244 w 1400175"/>
              <a:gd name="connsiteY8" fmla="*/ 1112043 h 2197893"/>
              <a:gd name="connsiteX9" fmla="*/ 0 w 1400175"/>
              <a:gd name="connsiteY9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0 w 1400175"/>
              <a:gd name="connsiteY9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52388 w 1400175"/>
              <a:gd name="connsiteY9" fmla="*/ 1131093 h 2197893"/>
              <a:gd name="connsiteX10" fmla="*/ 0 w 1400175"/>
              <a:gd name="connsiteY10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0 w 1400175"/>
              <a:gd name="connsiteY9" fmla="*/ 2197893 h 2197893"/>
              <a:gd name="connsiteX10" fmla="*/ 0 w 1400175"/>
              <a:gd name="connsiteY10" fmla="*/ 0 h 2197893"/>
              <a:gd name="connsiteX0" fmla="*/ 4762 w 1404937"/>
              <a:gd name="connsiteY0" fmla="*/ 0 h 2197893"/>
              <a:gd name="connsiteX1" fmla="*/ 750093 w 1404937"/>
              <a:gd name="connsiteY1" fmla="*/ 0 h 2197893"/>
              <a:gd name="connsiteX2" fmla="*/ 1404937 w 1404937"/>
              <a:gd name="connsiteY2" fmla="*/ 2197893 h 2197893"/>
              <a:gd name="connsiteX3" fmla="*/ 752475 w 1404937"/>
              <a:gd name="connsiteY3" fmla="*/ 2195512 h 2197893"/>
              <a:gd name="connsiteX4" fmla="*/ 376237 w 1404937"/>
              <a:gd name="connsiteY4" fmla="*/ 478631 h 2197893"/>
              <a:gd name="connsiteX5" fmla="*/ 178592 w 1404937"/>
              <a:gd name="connsiteY5" fmla="*/ 1383507 h 2197893"/>
              <a:gd name="connsiteX6" fmla="*/ 614362 w 1404937"/>
              <a:gd name="connsiteY6" fmla="*/ 1385887 h 2197893"/>
              <a:gd name="connsiteX7" fmla="*/ 697706 w 1404937"/>
              <a:gd name="connsiteY7" fmla="*/ 1797843 h 2197893"/>
              <a:gd name="connsiteX8" fmla="*/ 92868 w 1404937"/>
              <a:gd name="connsiteY8" fmla="*/ 1795462 h 2197893"/>
              <a:gd name="connsiteX9" fmla="*/ 4762 w 1404937"/>
              <a:gd name="connsiteY9" fmla="*/ 2197893 h 2197893"/>
              <a:gd name="connsiteX10" fmla="*/ 0 w 1404937"/>
              <a:gd name="connsiteY10" fmla="*/ 2045493 h 2197893"/>
              <a:gd name="connsiteX11" fmla="*/ 4762 w 1404937"/>
              <a:gd name="connsiteY11" fmla="*/ 0 h 2197893"/>
              <a:gd name="connsiteX0" fmla="*/ 652462 w 2052637"/>
              <a:gd name="connsiteY0" fmla="*/ 0 h 2197893"/>
              <a:gd name="connsiteX1" fmla="*/ 1397793 w 2052637"/>
              <a:gd name="connsiteY1" fmla="*/ 0 h 2197893"/>
              <a:gd name="connsiteX2" fmla="*/ 2052637 w 2052637"/>
              <a:gd name="connsiteY2" fmla="*/ 2197893 h 2197893"/>
              <a:gd name="connsiteX3" fmla="*/ 1400175 w 2052637"/>
              <a:gd name="connsiteY3" fmla="*/ 2195512 h 2197893"/>
              <a:gd name="connsiteX4" fmla="*/ 1023937 w 2052637"/>
              <a:gd name="connsiteY4" fmla="*/ 478631 h 2197893"/>
              <a:gd name="connsiteX5" fmla="*/ 826292 w 2052637"/>
              <a:gd name="connsiteY5" fmla="*/ 1383507 h 2197893"/>
              <a:gd name="connsiteX6" fmla="*/ 1262062 w 2052637"/>
              <a:gd name="connsiteY6" fmla="*/ 1385887 h 2197893"/>
              <a:gd name="connsiteX7" fmla="*/ 1345406 w 2052637"/>
              <a:gd name="connsiteY7" fmla="*/ 1797843 h 2197893"/>
              <a:gd name="connsiteX8" fmla="*/ 740568 w 2052637"/>
              <a:gd name="connsiteY8" fmla="*/ 1795462 h 2197893"/>
              <a:gd name="connsiteX9" fmla="*/ 652462 w 2052637"/>
              <a:gd name="connsiteY9" fmla="*/ 2197893 h 2197893"/>
              <a:gd name="connsiteX10" fmla="*/ 0 w 2052637"/>
              <a:gd name="connsiteY10" fmla="*/ 2193131 h 2197893"/>
              <a:gd name="connsiteX11" fmla="*/ 652462 w 2052637"/>
              <a:gd name="connsiteY11" fmla="*/ 0 h 2197893"/>
              <a:gd name="connsiteX0" fmla="*/ 652462 w 2052637"/>
              <a:gd name="connsiteY0" fmla="*/ 1 h 2197894"/>
              <a:gd name="connsiteX1" fmla="*/ 1397793 w 2052637"/>
              <a:gd name="connsiteY1" fmla="*/ 1 h 2197894"/>
              <a:gd name="connsiteX2" fmla="*/ 2052637 w 2052637"/>
              <a:gd name="connsiteY2" fmla="*/ 2197894 h 2197894"/>
              <a:gd name="connsiteX3" fmla="*/ 1400175 w 2052637"/>
              <a:gd name="connsiteY3" fmla="*/ 2195513 h 2197894"/>
              <a:gd name="connsiteX4" fmla="*/ 1023937 w 2052637"/>
              <a:gd name="connsiteY4" fmla="*/ 478632 h 2197894"/>
              <a:gd name="connsiteX5" fmla="*/ 826292 w 2052637"/>
              <a:gd name="connsiteY5" fmla="*/ 1383508 h 2197894"/>
              <a:gd name="connsiteX6" fmla="*/ 1262062 w 2052637"/>
              <a:gd name="connsiteY6" fmla="*/ 1385888 h 2197894"/>
              <a:gd name="connsiteX7" fmla="*/ 1345406 w 2052637"/>
              <a:gd name="connsiteY7" fmla="*/ 1797844 h 2197894"/>
              <a:gd name="connsiteX8" fmla="*/ 740568 w 2052637"/>
              <a:gd name="connsiteY8" fmla="*/ 1795463 h 2197894"/>
              <a:gd name="connsiteX9" fmla="*/ 652462 w 2052637"/>
              <a:gd name="connsiteY9" fmla="*/ 2197894 h 2197894"/>
              <a:gd name="connsiteX10" fmla="*/ 0 w 2052637"/>
              <a:gd name="connsiteY10" fmla="*/ 2193132 h 2197894"/>
              <a:gd name="connsiteX11" fmla="*/ 652462 w 2052637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62133 w 2052708"/>
              <a:gd name="connsiteY6" fmla="*/ 1385888 h 2197894"/>
              <a:gd name="connsiteX7" fmla="*/ 1345477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4508 w 2052708"/>
              <a:gd name="connsiteY6" fmla="*/ 1383506 h 2197894"/>
              <a:gd name="connsiteX7" fmla="*/ 1345477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4508 w 2052708"/>
              <a:gd name="connsiteY6" fmla="*/ 1383506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9271 w 2052708"/>
              <a:gd name="connsiteY6" fmla="*/ 1376363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21653 w 2052708"/>
              <a:gd name="connsiteY6" fmla="*/ 1383507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21653 w 2052708"/>
              <a:gd name="connsiteY6" fmla="*/ 1383507 h 2197894"/>
              <a:gd name="connsiteX7" fmla="*/ 1312139 w 2052708"/>
              <a:gd name="connsiteY7" fmla="*/ 1795463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052708" h="2197894">
                <a:moveTo>
                  <a:pt x="652533" y="1"/>
                </a:moveTo>
                <a:lnTo>
                  <a:pt x="1397864" y="1"/>
                </a:lnTo>
                <a:lnTo>
                  <a:pt x="2052708" y="2197894"/>
                </a:lnTo>
                <a:lnTo>
                  <a:pt x="1400246" y="2195513"/>
                </a:lnTo>
                <a:lnTo>
                  <a:pt x="1024008" y="478632"/>
                </a:lnTo>
                <a:lnTo>
                  <a:pt x="826363" y="1383508"/>
                </a:lnTo>
                <a:lnTo>
                  <a:pt x="1221653" y="1383507"/>
                </a:lnTo>
                <a:lnTo>
                  <a:pt x="1312139" y="1795463"/>
                </a:lnTo>
                <a:lnTo>
                  <a:pt x="740639" y="1795463"/>
                </a:lnTo>
                <a:lnTo>
                  <a:pt x="652533" y="2197894"/>
                </a:lnTo>
                <a:lnTo>
                  <a:pt x="71" y="2193132"/>
                </a:lnTo>
                <a:cubicBezTo>
                  <a:pt x="-7867" y="2197101"/>
                  <a:pt x="648565" y="-1587"/>
                  <a:pt x="652533" y="1"/>
                </a:cubicBezTo>
                <a:close/>
              </a:path>
            </a:pathLst>
          </a:custGeom>
          <a:solidFill>
            <a:srgbClr val="0F238C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29" name="Freeform 28"/>
          <p:cNvSpPr/>
          <p:nvPr userDrawn="1"/>
        </p:nvSpPr>
        <p:spPr>
          <a:xfrm>
            <a:off x="10198258" y="1814687"/>
            <a:ext cx="677612" cy="595656"/>
          </a:xfrm>
          <a:custGeom>
            <a:avLst/>
            <a:gdLst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0 w 688182"/>
              <a:gd name="connsiteY3" fmla="*/ 950119 h 950119"/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214313 w 688182"/>
              <a:gd name="connsiteY3" fmla="*/ 652463 h 950119"/>
              <a:gd name="connsiteX4" fmla="*/ 0 w 688182"/>
              <a:gd name="connsiteY4" fmla="*/ 950119 h 950119"/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111919 w 688182"/>
              <a:gd name="connsiteY3" fmla="*/ 95250 h 950119"/>
              <a:gd name="connsiteX4" fmla="*/ 0 w 688182"/>
              <a:gd name="connsiteY4" fmla="*/ 950119 h 950119"/>
              <a:gd name="connsiteX0" fmla="*/ 0 w 723900"/>
              <a:gd name="connsiteY0" fmla="*/ 1395413 h 1395413"/>
              <a:gd name="connsiteX1" fmla="*/ 611982 w 723900"/>
              <a:gd name="connsiteY1" fmla="*/ 1395413 h 1395413"/>
              <a:gd name="connsiteX2" fmla="*/ 723900 w 723900"/>
              <a:gd name="connsiteY2" fmla="*/ 0 h 1395413"/>
              <a:gd name="connsiteX3" fmla="*/ 111919 w 723900"/>
              <a:gd name="connsiteY3" fmla="*/ 540544 h 1395413"/>
              <a:gd name="connsiteX4" fmla="*/ 0 w 723900"/>
              <a:gd name="connsiteY4" fmla="*/ 1395413 h 1395413"/>
              <a:gd name="connsiteX0" fmla="*/ 0 w 723900"/>
              <a:gd name="connsiteY0" fmla="*/ 2031206 h 2031206"/>
              <a:gd name="connsiteX1" fmla="*/ 611982 w 723900"/>
              <a:gd name="connsiteY1" fmla="*/ 2031206 h 2031206"/>
              <a:gd name="connsiteX2" fmla="*/ 723900 w 723900"/>
              <a:gd name="connsiteY2" fmla="*/ 635793 h 2031206"/>
              <a:gd name="connsiteX3" fmla="*/ 266700 w 723900"/>
              <a:gd name="connsiteY3" fmla="*/ 0 h 2031206"/>
              <a:gd name="connsiteX4" fmla="*/ 0 w 723900"/>
              <a:gd name="connsiteY4" fmla="*/ 2031206 h 2031206"/>
              <a:gd name="connsiteX0" fmla="*/ 0 w 723900"/>
              <a:gd name="connsiteY0" fmla="*/ 2195513 h 2195513"/>
              <a:gd name="connsiteX1" fmla="*/ 611982 w 723900"/>
              <a:gd name="connsiteY1" fmla="*/ 2195513 h 2195513"/>
              <a:gd name="connsiteX2" fmla="*/ 723900 w 723900"/>
              <a:gd name="connsiteY2" fmla="*/ 800100 h 2195513"/>
              <a:gd name="connsiteX3" fmla="*/ 283369 w 723900"/>
              <a:gd name="connsiteY3" fmla="*/ 0 h 2195513"/>
              <a:gd name="connsiteX4" fmla="*/ 0 w 723900"/>
              <a:gd name="connsiteY4" fmla="*/ 2195513 h 2195513"/>
              <a:gd name="connsiteX0" fmla="*/ 0 w 723900"/>
              <a:gd name="connsiteY0" fmla="*/ 2195513 h 2195513"/>
              <a:gd name="connsiteX1" fmla="*/ 611982 w 723900"/>
              <a:gd name="connsiteY1" fmla="*/ 2195513 h 2195513"/>
              <a:gd name="connsiteX2" fmla="*/ 723900 w 723900"/>
              <a:gd name="connsiteY2" fmla="*/ 800100 h 2195513"/>
              <a:gd name="connsiteX3" fmla="*/ 500063 w 723900"/>
              <a:gd name="connsiteY3" fmla="*/ 388145 h 2195513"/>
              <a:gd name="connsiteX4" fmla="*/ 283369 w 723900"/>
              <a:gd name="connsiteY4" fmla="*/ 0 h 2195513"/>
              <a:gd name="connsiteX5" fmla="*/ 0 w 723900"/>
              <a:gd name="connsiteY5" fmla="*/ 2195513 h 2195513"/>
              <a:gd name="connsiteX0" fmla="*/ 0 w 945356"/>
              <a:gd name="connsiteY0" fmla="*/ 2195513 h 2195513"/>
              <a:gd name="connsiteX1" fmla="*/ 611982 w 945356"/>
              <a:gd name="connsiteY1" fmla="*/ 2195513 h 2195513"/>
              <a:gd name="connsiteX2" fmla="*/ 723900 w 945356"/>
              <a:gd name="connsiteY2" fmla="*/ 800100 h 2195513"/>
              <a:gd name="connsiteX3" fmla="*/ 945356 w 945356"/>
              <a:gd name="connsiteY3" fmla="*/ 2382 h 2195513"/>
              <a:gd name="connsiteX4" fmla="*/ 283369 w 945356"/>
              <a:gd name="connsiteY4" fmla="*/ 0 h 2195513"/>
              <a:gd name="connsiteX5" fmla="*/ 0 w 945356"/>
              <a:gd name="connsiteY5" fmla="*/ 2195513 h 2195513"/>
              <a:gd name="connsiteX0" fmla="*/ 0 w 945356"/>
              <a:gd name="connsiteY0" fmla="*/ 2195513 h 2195513"/>
              <a:gd name="connsiteX1" fmla="*/ 611982 w 945356"/>
              <a:gd name="connsiteY1" fmla="*/ 2195513 h 2195513"/>
              <a:gd name="connsiteX2" fmla="*/ 723900 w 945356"/>
              <a:gd name="connsiteY2" fmla="*/ 800100 h 2195513"/>
              <a:gd name="connsiteX3" fmla="*/ 790575 w 945356"/>
              <a:gd name="connsiteY3" fmla="*/ 545308 h 2195513"/>
              <a:gd name="connsiteX4" fmla="*/ 945356 w 945356"/>
              <a:gd name="connsiteY4" fmla="*/ 2382 h 2195513"/>
              <a:gd name="connsiteX5" fmla="*/ 283369 w 945356"/>
              <a:gd name="connsiteY5" fmla="*/ 0 h 2195513"/>
              <a:gd name="connsiteX6" fmla="*/ 0 w 945356"/>
              <a:gd name="connsiteY6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252537 w 1252537"/>
              <a:gd name="connsiteY3" fmla="*/ 1333501 h 2195513"/>
              <a:gd name="connsiteX4" fmla="*/ 945356 w 1252537"/>
              <a:gd name="connsiteY4" fmla="*/ 2382 h 2195513"/>
              <a:gd name="connsiteX5" fmla="*/ 283369 w 1252537"/>
              <a:gd name="connsiteY5" fmla="*/ 0 h 2195513"/>
              <a:gd name="connsiteX6" fmla="*/ 0 w 1252537"/>
              <a:gd name="connsiteY6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31082 w 1252537"/>
              <a:gd name="connsiteY3" fmla="*/ 1112045 h 2195513"/>
              <a:gd name="connsiteX4" fmla="*/ 1252537 w 1252537"/>
              <a:gd name="connsiteY4" fmla="*/ 1333501 h 2195513"/>
              <a:gd name="connsiteX5" fmla="*/ 945356 w 1252537"/>
              <a:gd name="connsiteY5" fmla="*/ 2382 h 2195513"/>
              <a:gd name="connsiteX6" fmla="*/ 283369 w 1252537"/>
              <a:gd name="connsiteY6" fmla="*/ 0 h 2195513"/>
              <a:gd name="connsiteX7" fmla="*/ 0 w 1252537"/>
              <a:gd name="connsiteY7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07270 w 1252537"/>
              <a:gd name="connsiteY3" fmla="*/ 2193132 h 2195513"/>
              <a:gd name="connsiteX4" fmla="*/ 1252537 w 1252537"/>
              <a:gd name="connsiteY4" fmla="*/ 1333501 h 2195513"/>
              <a:gd name="connsiteX5" fmla="*/ 945356 w 1252537"/>
              <a:gd name="connsiteY5" fmla="*/ 2382 h 2195513"/>
              <a:gd name="connsiteX6" fmla="*/ 283369 w 1252537"/>
              <a:gd name="connsiteY6" fmla="*/ 0 h 2195513"/>
              <a:gd name="connsiteX7" fmla="*/ 0 w 1252537"/>
              <a:gd name="connsiteY7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07270 w 1252537"/>
              <a:gd name="connsiteY3" fmla="*/ 2193132 h 2195513"/>
              <a:gd name="connsiteX4" fmla="*/ 1173957 w 1252537"/>
              <a:gd name="connsiteY4" fmla="*/ 1600202 h 2195513"/>
              <a:gd name="connsiteX5" fmla="*/ 1252537 w 1252537"/>
              <a:gd name="connsiteY5" fmla="*/ 1333501 h 2195513"/>
              <a:gd name="connsiteX6" fmla="*/ 945356 w 1252537"/>
              <a:gd name="connsiteY6" fmla="*/ 2382 h 2195513"/>
              <a:gd name="connsiteX7" fmla="*/ 283369 w 1252537"/>
              <a:gd name="connsiteY7" fmla="*/ 0 h 2195513"/>
              <a:gd name="connsiteX8" fmla="*/ 0 w 1252537"/>
              <a:gd name="connsiteY8" fmla="*/ 2195513 h 2195513"/>
              <a:gd name="connsiteX0" fmla="*/ 0 w 1488282"/>
              <a:gd name="connsiteY0" fmla="*/ 2195513 h 2195514"/>
              <a:gd name="connsiteX1" fmla="*/ 611982 w 1488282"/>
              <a:gd name="connsiteY1" fmla="*/ 2195513 h 2195514"/>
              <a:gd name="connsiteX2" fmla="*/ 723900 w 1488282"/>
              <a:gd name="connsiteY2" fmla="*/ 800100 h 2195514"/>
              <a:gd name="connsiteX3" fmla="*/ 1007270 w 1488282"/>
              <a:gd name="connsiteY3" fmla="*/ 2193132 h 2195514"/>
              <a:gd name="connsiteX4" fmla="*/ 1488282 w 1488282"/>
              <a:gd name="connsiteY4" fmla="*/ 2195514 h 2195514"/>
              <a:gd name="connsiteX5" fmla="*/ 1252537 w 1488282"/>
              <a:gd name="connsiteY5" fmla="*/ 1333501 h 2195514"/>
              <a:gd name="connsiteX6" fmla="*/ 945356 w 1488282"/>
              <a:gd name="connsiteY6" fmla="*/ 2382 h 2195514"/>
              <a:gd name="connsiteX7" fmla="*/ 283369 w 1488282"/>
              <a:gd name="connsiteY7" fmla="*/ 0 h 2195514"/>
              <a:gd name="connsiteX8" fmla="*/ 0 w 1488282"/>
              <a:gd name="connsiteY8" fmla="*/ 2195513 h 2195514"/>
              <a:gd name="connsiteX0" fmla="*/ 0 w 1488282"/>
              <a:gd name="connsiteY0" fmla="*/ 2195513 h 2195514"/>
              <a:gd name="connsiteX1" fmla="*/ 611982 w 1488282"/>
              <a:gd name="connsiteY1" fmla="*/ 2195513 h 2195514"/>
              <a:gd name="connsiteX2" fmla="*/ 723900 w 1488282"/>
              <a:gd name="connsiteY2" fmla="*/ 800100 h 2195514"/>
              <a:gd name="connsiteX3" fmla="*/ 1007270 w 1488282"/>
              <a:gd name="connsiteY3" fmla="*/ 2193132 h 2195514"/>
              <a:gd name="connsiteX4" fmla="*/ 1488282 w 1488282"/>
              <a:gd name="connsiteY4" fmla="*/ 2195514 h 2195514"/>
              <a:gd name="connsiteX5" fmla="*/ 1352549 w 1488282"/>
              <a:gd name="connsiteY5" fmla="*/ 1690688 h 2195514"/>
              <a:gd name="connsiteX6" fmla="*/ 1252537 w 1488282"/>
              <a:gd name="connsiteY6" fmla="*/ 1333501 h 2195514"/>
              <a:gd name="connsiteX7" fmla="*/ 945356 w 1488282"/>
              <a:gd name="connsiteY7" fmla="*/ 2382 h 2195514"/>
              <a:gd name="connsiteX8" fmla="*/ 283369 w 1488282"/>
              <a:gd name="connsiteY8" fmla="*/ 0 h 2195514"/>
              <a:gd name="connsiteX9" fmla="*/ 0 w 1488282"/>
              <a:gd name="connsiteY9" fmla="*/ 2195513 h 2195514"/>
              <a:gd name="connsiteX0" fmla="*/ 0 w 1781174"/>
              <a:gd name="connsiteY0" fmla="*/ 2195513 h 2195514"/>
              <a:gd name="connsiteX1" fmla="*/ 611982 w 1781174"/>
              <a:gd name="connsiteY1" fmla="*/ 2195513 h 2195514"/>
              <a:gd name="connsiteX2" fmla="*/ 723900 w 1781174"/>
              <a:gd name="connsiteY2" fmla="*/ 800100 h 2195514"/>
              <a:gd name="connsiteX3" fmla="*/ 1007270 w 1781174"/>
              <a:gd name="connsiteY3" fmla="*/ 2193132 h 2195514"/>
              <a:gd name="connsiteX4" fmla="*/ 1488282 w 1781174"/>
              <a:gd name="connsiteY4" fmla="*/ 2195514 h 2195514"/>
              <a:gd name="connsiteX5" fmla="*/ 1781174 w 1781174"/>
              <a:gd name="connsiteY5" fmla="*/ 792957 h 2195514"/>
              <a:gd name="connsiteX6" fmla="*/ 1252537 w 1781174"/>
              <a:gd name="connsiteY6" fmla="*/ 1333501 h 2195514"/>
              <a:gd name="connsiteX7" fmla="*/ 945356 w 1781174"/>
              <a:gd name="connsiteY7" fmla="*/ 2382 h 2195514"/>
              <a:gd name="connsiteX8" fmla="*/ 283369 w 1781174"/>
              <a:gd name="connsiteY8" fmla="*/ 0 h 2195514"/>
              <a:gd name="connsiteX9" fmla="*/ 0 w 1781174"/>
              <a:gd name="connsiteY9" fmla="*/ 2195513 h 2195514"/>
              <a:gd name="connsiteX0" fmla="*/ 0 w 1781174"/>
              <a:gd name="connsiteY0" fmla="*/ 2195513 h 2195514"/>
              <a:gd name="connsiteX1" fmla="*/ 611982 w 1781174"/>
              <a:gd name="connsiteY1" fmla="*/ 2195513 h 2195514"/>
              <a:gd name="connsiteX2" fmla="*/ 723900 w 1781174"/>
              <a:gd name="connsiteY2" fmla="*/ 800100 h 2195514"/>
              <a:gd name="connsiteX3" fmla="*/ 1007270 w 1781174"/>
              <a:gd name="connsiteY3" fmla="*/ 2193132 h 2195514"/>
              <a:gd name="connsiteX4" fmla="*/ 1488282 w 1781174"/>
              <a:gd name="connsiteY4" fmla="*/ 2195514 h 2195514"/>
              <a:gd name="connsiteX5" fmla="*/ 1781174 w 1781174"/>
              <a:gd name="connsiteY5" fmla="*/ 792957 h 2195514"/>
              <a:gd name="connsiteX6" fmla="*/ 1528762 w 1781174"/>
              <a:gd name="connsiteY6" fmla="*/ 1052513 h 2195514"/>
              <a:gd name="connsiteX7" fmla="*/ 1252537 w 1781174"/>
              <a:gd name="connsiteY7" fmla="*/ 1333501 h 2195514"/>
              <a:gd name="connsiteX8" fmla="*/ 945356 w 1781174"/>
              <a:gd name="connsiteY8" fmla="*/ 2382 h 2195514"/>
              <a:gd name="connsiteX9" fmla="*/ 283369 w 1781174"/>
              <a:gd name="connsiteY9" fmla="*/ 0 h 2195514"/>
              <a:gd name="connsiteX10" fmla="*/ 0 w 1781174"/>
              <a:gd name="connsiteY10" fmla="*/ 2195513 h 2195514"/>
              <a:gd name="connsiteX0" fmla="*/ 0 w 1781174"/>
              <a:gd name="connsiteY0" fmla="*/ 2197894 h 2197895"/>
              <a:gd name="connsiteX1" fmla="*/ 611982 w 1781174"/>
              <a:gd name="connsiteY1" fmla="*/ 2197894 h 2197895"/>
              <a:gd name="connsiteX2" fmla="*/ 723900 w 1781174"/>
              <a:gd name="connsiteY2" fmla="*/ 802481 h 2197895"/>
              <a:gd name="connsiteX3" fmla="*/ 1007270 w 1781174"/>
              <a:gd name="connsiteY3" fmla="*/ 2195513 h 2197895"/>
              <a:gd name="connsiteX4" fmla="*/ 1488282 w 1781174"/>
              <a:gd name="connsiteY4" fmla="*/ 2197895 h 2197895"/>
              <a:gd name="connsiteX5" fmla="*/ 1781174 w 1781174"/>
              <a:gd name="connsiteY5" fmla="*/ 795338 h 2197895"/>
              <a:gd name="connsiteX6" fmla="*/ 1559719 w 1781174"/>
              <a:gd name="connsiteY6" fmla="*/ 0 h 2197895"/>
              <a:gd name="connsiteX7" fmla="*/ 1252537 w 1781174"/>
              <a:gd name="connsiteY7" fmla="*/ 1335882 h 2197895"/>
              <a:gd name="connsiteX8" fmla="*/ 945356 w 1781174"/>
              <a:gd name="connsiteY8" fmla="*/ 4763 h 2197895"/>
              <a:gd name="connsiteX9" fmla="*/ 283369 w 1781174"/>
              <a:gd name="connsiteY9" fmla="*/ 2381 h 2197895"/>
              <a:gd name="connsiteX10" fmla="*/ 0 w 1781174"/>
              <a:gd name="connsiteY10" fmla="*/ 2197894 h 2197895"/>
              <a:gd name="connsiteX0" fmla="*/ 0 w 1781174"/>
              <a:gd name="connsiteY0" fmla="*/ 2197894 h 2197895"/>
              <a:gd name="connsiteX1" fmla="*/ 611982 w 1781174"/>
              <a:gd name="connsiteY1" fmla="*/ 2197894 h 2197895"/>
              <a:gd name="connsiteX2" fmla="*/ 723900 w 1781174"/>
              <a:gd name="connsiteY2" fmla="*/ 802481 h 2197895"/>
              <a:gd name="connsiteX3" fmla="*/ 1007270 w 1781174"/>
              <a:gd name="connsiteY3" fmla="*/ 2195513 h 2197895"/>
              <a:gd name="connsiteX4" fmla="*/ 1488282 w 1781174"/>
              <a:gd name="connsiteY4" fmla="*/ 2197895 h 2197895"/>
              <a:gd name="connsiteX5" fmla="*/ 1781174 w 1781174"/>
              <a:gd name="connsiteY5" fmla="*/ 795338 h 2197895"/>
              <a:gd name="connsiteX6" fmla="*/ 1688306 w 1781174"/>
              <a:gd name="connsiteY6" fmla="*/ 454820 h 2197895"/>
              <a:gd name="connsiteX7" fmla="*/ 1559719 w 1781174"/>
              <a:gd name="connsiteY7" fmla="*/ 0 h 2197895"/>
              <a:gd name="connsiteX8" fmla="*/ 1252537 w 1781174"/>
              <a:gd name="connsiteY8" fmla="*/ 1335882 h 2197895"/>
              <a:gd name="connsiteX9" fmla="*/ 945356 w 1781174"/>
              <a:gd name="connsiteY9" fmla="*/ 4763 h 2197895"/>
              <a:gd name="connsiteX10" fmla="*/ 283369 w 1781174"/>
              <a:gd name="connsiteY10" fmla="*/ 2381 h 2197895"/>
              <a:gd name="connsiteX11" fmla="*/ 0 w 1781174"/>
              <a:gd name="connsiteY11" fmla="*/ 2197894 h 2197895"/>
              <a:gd name="connsiteX0" fmla="*/ 0 w 2212181"/>
              <a:gd name="connsiteY0" fmla="*/ 2197894 h 2197895"/>
              <a:gd name="connsiteX1" fmla="*/ 611982 w 2212181"/>
              <a:gd name="connsiteY1" fmla="*/ 2197894 h 2197895"/>
              <a:gd name="connsiteX2" fmla="*/ 723900 w 2212181"/>
              <a:gd name="connsiteY2" fmla="*/ 802481 h 2197895"/>
              <a:gd name="connsiteX3" fmla="*/ 1007270 w 2212181"/>
              <a:gd name="connsiteY3" fmla="*/ 2195513 h 2197895"/>
              <a:gd name="connsiteX4" fmla="*/ 1488282 w 2212181"/>
              <a:gd name="connsiteY4" fmla="*/ 2197895 h 2197895"/>
              <a:gd name="connsiteX5" fmla="*/ 1781174 w 2212181"/>
              <a:gd name="connsiteY5" fmla="*/ 795338 h 2197895"/>
              <a:gd name="connsiteX6" fmla="*/ 2212181 w 2212181"/>
              <a:gd name="connsiteY6" fmla="*/ 7145 h 2197895"/>
              <a:gd name="connsiteX7" fmla="*/ 1559719 w 2212181"/>
              <a:gd name="connsiteY7" fmla="*/ 0 h 2197895"/>
              <a:gd name="connsiteX8" fmla="*/ 1252537 w 2212181"/>
              <a:gd name="connsiteY8" fmla="*/ 1335882 h 2197895"/>
              <a:gd name="connsiteX9" fmla="*/ 945356 w 2212181"/>
              <a:gd name="connsiteY9" fmla="*/ 4763 h 2197895"/>
              <a:gd name="connsiteX10" fmla="*/ 283369 w 2212181"/>
              <a:gd name="connsiteY10" fmla="*/ 2381 h 2197895"/>
              <a:gd name="connsiteX11" fmla="*/ 0 w 2212181"/>
              <a:gd name="connsiteY11" fmla="*/ 2197894 h 2197895"/>
              <a:gd name="connsiteX0" fmla="*/ 0 w 2212181"/>
              <a:gd name="connsiteY0" fmla="*/ 2197894 h 2197895"/>
              <a:gd name="connsiteX1" fmla="*/ 611982 w 2212181"/>
              <a:gd name="connsiteY1" fmla="*/ 2197894 h 2197895"/>
              <a:gd name="connsiteX2" fmla="*/ 723900 w 2212181"/>
              <a:gd name="connsiteY2" fmla="*/ 802481 h 2197895"/>
              <a:gd name="connsiteX3" fmla="*/ 1007270 w 2212181"/>
              <a:gd name="connsiteY3" fmla="*/ 2195513 h 2197895"/>
              <a:gd name="connsiteX4" fmla="*/ 1488282 w 2212181"/>
              <a:gd name="connsiteY4" fmla="*/ 2197895 h 2197895"/>
              <a:gd name="connsiteX5" fmla="*/ 1781174 w 2212181"/>
              <a:gd name="connsiteY5" fmla="*/ 795338 h 2197895"/>
              <a:gd name="connsiteX6" fmla="*/ 2035968 w 2212181"/>
              <a:gd name="connsiteY6" fmla="*/ 328614 h 2197895"/>
              <a:gd name="connsiteX7" fmla="*/ 2212181 w 2212181"/>
              <a:gd name="connsiteY7" fmla="*/ 7145 h 2197895"/>
              <a:gd name="connsiteX8" fmla="*/ 1559719 w 2212181"/>
              <a:gd name="connsiteY8" fmla="*/ 0 h 2197895"/>
              <a:gd name="connsiteX9" fmla="*/ 1252537 w 2212181"/>
              <a:gd name="connsiteY9" fmla="*/ 1335882 h 2197895"/>
              <a:gd name="connsiteX10" fmla="*/ 945356 w 2212181"/>
              <a:gd name="connsiteY10" fmla="*/ 4763 h 2197895"/>
              <a:gd name="connsiteX11" fmla="*/ 283369 w 2212181"/>
              <a:gd name="connsiteY11" fmla="*/ 2381 h 2197895"/>
              <a:gd name="connsiteX12" fmla="*/ 0 w 2212181"/>
              <a:gd name="connsiteY12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2500312 w 2500312"/>
              <a:gd name="connsiteY6" fmla="*/ 2197895 h 2197895"/>
              <a:gd name="connsiteX7" fmla="*/ 2212181 w 2500312"/>
              <a:gd name="connsiteY7" fmla="*/ 7145 h 2197895"/>
              <a:gd name="connsiteX8" fmla="*/ 1559719 w 2500312"/>
              <a:gd name="connsiteY8" fmla="*/ 0 h 2197895"/>
              <a:gd name="connsiteX9" fmla="*/ 1252537 w 2500312"/>
              <a:gd name="connsiteY9" fmla="*/ 1335882 h 2197895"/>
              <a:gd name="connsiteX10" fmla="*/ 945356 w 2500312"/>
              <a:gd name="connsiteY10" fmla="*/ 4763 h 2197895"/>
              <a:gd name="connsiteX11" fmla="*/ 283369 w 2500312"/>
              <a:gd name="connsiteY11" fmla="*/ 2381 h 2197895"/>
              <a:gd name="connsiteX12" fmla="*/ 0 w 2500312"/>
              <a:gd name="connsiteY12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2190748 w 2500312"/>
              <a:gd name="connsiteY6" fmla="*/ 1595439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1883567 w 2500312"/>
              <a:gd name="connsiteY6" fmla="*/ 2195514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76411 w 2500312"/>
              <a:gd name="connsiteY5" fmla="*/ 809626 h 2197895"/>
              <a:gd name="connsiteX6" fmla="*/ 1883567 w 2500312"/>
              <a:gd name="connsiteY6" fmla="*/ 2195514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500312" h="2197895">
                <a:moveTo>
                  <a:pt x="0" y="2197894"/>
                </a:moveTo>
                <a:lnTo>
                  <a:pt x="611982" y="2197894"/>
                </a:lnTo>
                <a:lnTo>
                  <a:pt x="723900" y="802481"/>
                </a:lnTo>
                <a:lnTo>
                  <a:pt x="1007270" y="2195513"/>
                </a:lnTo>
                <a:lnTo>
                  <a:pt x="1488282" y="2197895"/>
                </a:lnTo>
                <a:lnTo>
                  <a:pt x="1776411" y="809626"/>
                </a:lnTo>
                <a:lnTo>
                  <a:pt x="1883567" y="2195514"/>
                </a:lnTo>
                <a:lnTo>
                  <a:pt x="2500312" y="2197895"/>
                </a:lnTo>
                <a:lnTo>
                  <a:pt x="2212181" y="7145"/>
                </a:lnTo>
                <a:lnTo>
                  <a:pt x="1559719" y="0"/>
                </a:lnTo>
                <a:lnTo>
                  <a:pt x="1252537" y="1335882"/>
                </a:lnTo>
                <a:lnTo>
                  <a:pt x="945356" y="4763"/>
                </a:lnTo>
                <a:lnTo>
                  <a:pt x="283369" y="2381"/>
                </a:lnTo>
                <a:lnTo>
                  <a:pt x="0" y="2197894"/>
                </a:lnTo>
                <a:close/>
              </a:path>
            </a:pathLst>
          </a:custGeom>
          <a:solidFill>
            <a:srgbClr val="0F238C"/>
          </a:solidFill>
          <a:ln w="190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0" name="Freeform 29"/>
          <p:cNvSpPr/>
          <p:nvPr userDrawn="1"/>
        </p:nvSpPr>
        <p:spPr>
          <a:xfrm>
            <a:off x="10958474" y="1815978"/>
            <a:ext cx="380753" cy="593719"/>
          </a:xfrm>
          <a:custGeom>
            <a:avLst/>
            <a:gdLst>
              <a:gd name="connsiteX0" fmla="*/ 0 w 1428750"/>
              <a:gd name="connsiteY0" fmla="*/ 997744 h 997744"/>
              <a:gd name="connsiteX1" fmla="*/ 1404937 w 1428750"/>
              <a:gd name="connsiteY1" fmla="*/ 997744 h 997744"/>
              <a:gd name="connsiteX2" fmla="*/ 1404937 w 1428750"/>
              <a:gd name="connsiteY2" fmla="*/ 538163 h 997744"/>
              <a:gd name="connsiteX3" fmla="*/ 1428750 w 1428750"/>
              <a:gd name="connsiteY3" fmla="*/ 540544 h 997744"/>
              <a:gd name="connsiteX4" fmla="*/ 590550 w 1428750"/>
              <a:gd name="connsiteY4" fmla="*/ 540544 h 997744"/>
              <a:gd name="connsiteX5" fmla="*/ 590550 w 1428750"/>
              <a:gd name="connsiteY5" fmla="*/ 0 h 997744"/>
              <a:gd name="connsiteX6" fmla="*/ 0 w 1428750"/>
              <a:gd name="connsiteY6" fmla="*/ 0 h 997744"/>
              <a:gd name="connsiteX7" fmla="*/ 0 w 1428750"/>
              <a:gd name="connsiteY7" fmla="*/ 997744 h 997744"/>
              <a:gd name="connsiteX0" fmla="*/ 0 w 1404937"/>
              <a:gd name="connsiteY0" fmla="*/ 997744 h 997744"/>
              <a:gd name="connsiteX1" fmla="*/ 1404937 w 1404937"/>
              <a:gd name="connsiteY1" fmla="*/ 997744 h 997744"/>
              <a:gd name="connsiteX2" fmla="*/ 1404937 w 1404937"/>
              <a:gd name="connsiteY2" fmla="*/ 538163 h 997744"/>
              <a:gd name="connsiteX3" fmla="*/ 1219200 w 1404937"/>
              <a:gd name="connsiteY3" fmla="*/ 476250 h 997744"/>
              <a:gd name="connsiteX4" fmla="*/ 590550 w 1404937"/>
              <a:gd name="connsiteY4" fmla="*/ 540544 h 997744"/>
              <a:gd name="connsiteX5" fmla="*/ 590550 w 1404937"/>
              <a:gd name="connsiteY5" fmla="*/ 0 h 997744"/>
              <a:gd name="connsiteX6" fmla="*/ 0 w 1404937"/>
              <a:gd name="connsiteY6" fmla="*/ 0 h 997744"/>
              <a:gd name="connsiteX7" fmla="*/ 0 w 1404937"/>
              <a:gd name="connsiteY7" fmla="*/ 997744 h 997744"/>
              <a:gd name="connsiteX0" fmla="*/ 0 w 1404937"/>
              <a:gd name="connsiteY0" fmla="*/ 997744 h 997744"/>
              <a:gd name="connsiteX1" fmla="*/ 1404937 w 1404937"/>
              <a:gd name="connsiteY1" fmla="*/ 997744 h 997744"/>
              <a:gd name="connsiteX2" fmla="*/ 1404937 w 1404937"/>
              <a:gd name="connsiteY2" fmla="*/ 538163 h 997744"/>
              <a:gd name="connsiteX3" fmla="*/ 590550 w 1404937"/>
              <a:gd name="connsiteY3" fmla="*/ 540544 h 997744"/>
              <a:gd name="connsiteX4" fmla="*/ 590550 w 1404937"/>
              <a:gd name="connsiteY4" fmla="*/ 0 h 997744"/>
              <a:gd name="connsiteX5" fmla="*/ 0 w 1404937"/>
              <a:gd name="connsiteY5" fmla="*/ 0 h 997744"/>
              <a:gd name="connsiteX6" fmla="*/ 0 w 1404937"/>
              <a:gd name="connsiteY6" fmla="*/ 997744 h 997744"/>
              <a:gd name="connsiteX0" fmla="*/ 0 w 1404937"/>
              <a:gd name="connsiteY0" fmla="*/ 1614488 h 1614488"/>
              <a:gd name="connsiteX1" fmla="*/ 1404937 w 1404937"/>
              <a:gd name="connsiteY1" fmla="*/ 1614488 h 1614488"/>
              <a:gd name="connsiteX2" fmla="*/ 1404937 w 1404937"/>
              <a:gd name="connsiteY2" fmla="*/ 1154907 h 1614488"/>
              <a:gd name="connsiteX3" fmla="*/ 590550 w 1404937"/>
              <a:gd name="connsiteY3" fmla="*/ 1157288 h 1614488"/>
              <a:gd name="connsiteX4" fmla="*/ 592931 w 1404937"/>
              <a:gd name="connsiteY4" fmla="*/ 0 h 1614488"/>
              <a:gd name="connsiteX5" fmla="*/ 0 w 1404937"/>
              <a:gd name="connsiteY5" fmla="*/ 616744 h 1614488"/>
              <a:gd name="connsiteX6" fmla="*/ 0 w 1404937"/>
              <a:gd name="connsiteY6" fmla="*/ 1614488 h 1614488"/>
              <a:gd name="connsiteX0" fmla="*/ 0 w 1404937"/>
              <a:gd name="connsiteY0" fmla="*/ 2188369 h 2188369"/>
              <a:gd name="connsiteX1" fmla="*/ 1404937 w 1404937"/>
              <a:gd name="connsiteY1" fmla="*/ 2188369 h 2188369"/>
              <a:gd name="connsiteX2" fmla="*/ 1404937 w 1404937"/>
              <a:gd name="connsiteY2" fmla="*/ 1728788 h 2188369"/>
              <a:gd name="connsiteX3" fmla="*/ 590550 w 1404937"/>
              <a:gd name="connsiteY3" fmla="*/ 1731169 h 2188369"/>
              <a:gd name="connsiteX4" fmla="*/ 592931 w 1404937"/>
              <a:gd name="connsiteY4" fmla="*/ 573881 h 2188369"/>
              <a:gd name="connsiteX5" fmla="*/ 2382 w 1404937"/>
              <a:gd name="connsiteY5" fmla="*/ 0 h 2188369"/>
              <a:gd name="connsiteX6" fmla="*/ 0 w 1404937"/>
              <a:gd name="connsiteY6" fmla="*/ 2188369 h 2188369"/>
              <a:gd name="connsiteX0" fmla="*/ 0 w 1404937"/>
              <a:gd name="connsiteY0" fmla="*/ 2190750 h 2190750"/>
              <a:gd name="connsiteX1" fmla="*/ 1404937 w 1404937"/>
              <a:gd name="connsiteY1" fmla="*/ 2190750 h 2190750"/>
              <a:gd name="connsiteX2" fmla="*/ 1404937 w 1404937"/>
              <a:gd name="connsiteY2" fmla="*/ 1731169 h 2190750"/>
              <a:gd name="connsiteX3" fmla="*/ 590550 w 1404937"/>
              <a:gd name="connsiteY3" fmla="*/ 1733550 h 2190750"/>
              <a:gd name="connsiteX4" fmla="*/ 592931 w 1404937"/>
              <a:gd name="connsiteY4" fmla="*/ 0 h 2190750"/>
              <a:gd name="connsiteX5" fmla="*/ 2382 w 1404937"/>
              <a:gd name="connsiteY5" fmla="*/ 2381 h 2190750"/>
              <a:gd name="connsiteX6" fmla="*/ 0 w 1404937"/>
              <a:gd name="connsiteY6" fmla="*/ 219075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04937" h="2190750">
                <a:moveTo>
                  <a:pt x="0" y="2190750"/>
                </a:moveTo>
                <a:lnTo>
                  <a:pt x="1404937" y="2190750"/>
                </a:lnTo>
                <a:lnTo>
                  <a:pt x="1404937" y="1731169"/>
                </a:lnTo>
                <a:lnTo>
                  <a:pt x="590550" y="1733550"/>
                </a:lnTo>
                <a:cubicBezTo>
                  <a:pt x="591344" y="1347787"/>
                  <a:pt x="592137" y="385763"/>
                  <a:pt x="592931" y="0"/>
                </a:cubicBezTo>
                <a:lnTo>
                  <a:pt x="2382" y="2381"/>
                </a:lnTo>
                <a:cubicBezTo>
                  <a:pt x="3969" y="334962"/>
                  <a:pt x="3175" y="1858169"/>
                  <a:pt x="0" y="2190750"/>
                </a:cubicBezTo>
                <a:close/>
              </a:path>
            </a:pathLst>
          </a:custGeom>
          <a:solidFill>
            <a:srgbClr val="0F238C"/>
          </a:solidFill>
          <a:ln w="190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1" name="Freeform 30"/>
          <p:cNvSpPr/>
          <p:nvPr userDrawn="1"/>
        </p:nvSpPr>
        <p:spPr>
          <a:xfrm>
            <a:off x="9704816" y="1934721"/>
            <a:ext cx="440800" cy="487896"/>
          </a:xfrm>
          <a:custGeom>
            <a:avLst/>
            <a:gdLst>
              <a:gd name="connsiteX0" fmla="*/ 0 w 483394"/>
              <a:gd name="connsiteY0" fmla="*/ 0 h 645319"/>
              <a:gd name="connsiteX1" fmla="*/ 0 w 483394"/>
              <a:gd name="connsiteY1" fmla="*/ 528638 h 645319"/>
              <a:gd name="connsiteX2" fmla="*/ 33338 w 483394"/>
              <a:gd name="connsiteY2" fmla="*/ 528638 h 645319"/>
              <a:gd name="connsiteX3" fmla="*/ 381000 w 483394"/>
              <a:gd name="connsiteY3" fmla="*/ 645319 h 645319"/>
              <a:gd name="connsiteX4" fmla="*/ 483394 w 483394"/>
              <a:gd name="connsiteY4" fmla="*/ 216694 h 645319"/>
              <a:gd name="connsiteX5" fmla="*/ 0 w 483394"/>
              <a:gd name="connsiteY5" fmla="*/ 0 h 645319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33338 w 1626394"/>
              <a:gd name="connsiteY2" fmla="*/ 528638 h 528638"/>
              <a:gd name="connsiteX3" fmla="*/ 1626394 w 1626394"/>
              <a:gd name="connsiteY3" fmla="*/ 7144 h 528638"/>
              <a:gd name="connsiteX4" fmla="*/ 483394 w 1626394"/>
              <a:gd name="connsiteY4" fmla="*/ 216694 h 528638"/>
              <a:gd name="connsiteX5" fmla="*/ 0 w 1626394"/>
              <a:gd name="connsiteY5" fmla="*/ 0 h 528638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33338 w 1626394"/>
              <a:gd name="connsiteY2" fmla="*/ 528638 h 528638"/>
              <a:gd name="connsiteX3" fmla="*/ 1626394 w 1626394"/>
              <a:gd name="connsiteY3" fmla="*/ 7144 h 528638"/>
              <a:gd name="connsiteX4" fmla="*/ 483394 w 1626394"/>
              <a:gd name="connsiteY4" fmla="*/ 216694 h 528638"/>
              <a:gd name="connsiteX5" fmla="*/ 0 w 1626394"/>
              <a:gd name="connsiteY5" fmla="*/ 0 h 528638"/>
              <a:gd name="connsiteX0" fmla="*/ 0 w 1626394"/>
              <a:gd name="connsiteY0" fmla="*/ 0 h 714375"/>
              <a:gd name="connsiteX1" fmla="*/ 0 w 1626394"/>
              <a:gd name="connsiteY1" fmla="*/ 528638 h 714375"/>
              <a:gd name="connsiteX2" fmla="*/ 354807 w 1626394"/>
              <a:gd name="connsiteY2" fmla="*/ 714375 h 714375"/>
              <a:gd name="connsiteX3" fmla="*/ 1626394 w 1626394"/>
              <a:gd name="connsiteY3" fmla="*/ 7144 h 714375"/>
              <a:gd name="connsiteX4" fmla="*/ 483394 w 1626394"/>
              <a:gd name="connsiteY4" fmla="*/ 216694 h 714375"/>
              <a:gd name="connsiteX5" fmla="*/ 0 w 1626394"/>
              <a:gd name="connsiteY5" fmla="*/ 0 h 714375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1626394 w 1626394"/>
              <a:gd name="connsiteY2" fmla="*/ 7144 h 528638"/>
              <a:gd name="connsiteX3" fmla="*/ 483394 w 1626394"/>
              <a:gd name="connsiteY3" fmla="*/ 216694 h 528638"/>
              <a:gd name="connsiteX4" fmla="*/ 0 w 1626394"/>
              <a:gd name="connsiteY4" fmla="*/ 0 h 528638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1626394 w 1626394"/>
              <a:gd name="connsiteY2" fmla="*/ 7144 h 528638"/>
              <a:gd name="connsiteX3" fmla="*/ 483394 w 1626394"/>
              <a:gd name="connsiteY3" fmla="*/ 216694 h 528638"/>
              <a:gd name="connsiteX4" fmla="*/ 0 w 1626394"/>
              <a:gd name="connsiteY4" fmla="*/ 0 h 528638"/>
              <a:gd name="connsiteX0" fmla="*/ 0 w 1626394"/>
              <a:gd name="connsiteY0" fmla="*/ 0 h 681404"/>
              <a:gd name="connsiteX1" fmla="*/ 0 w 1626394"/>
              <a:gd name="connsiteY1" fmla="*/ 528638 h 681404"/>
              <a:gd name="connsiteX2" fmla="*/ 1626394 w 1626394"/>
              <a:gd name="connsiteY2" fmla="*/ 7144 h 681404"/>
              <a:gd name="connsiteX3" fmla="*/ 483394 w 1626394"/>
              <a:gd name="connsiteY3" fmla="*/ 216694 h 681404"/>
              <a:gd name="connsiteX4" fmla="*/ 0 w 1626394"/>
              <a:gd name="connsiteY4" fmla="*/ 0 h 681404"/>
              <a:gd name="connsiteX0" fmla="*/ 0 w 1626394"/>
              <a:gd name="connsiteY0" fmla="*/ 0 h 661055"/>
              <a:gd name="connsiteX1" fmla="*/ 0 w 1626394"/>
              <a:gd name="connsiteY1" fmla="*/ 528638 h 661055"/>
              <a:gd name="connsiteX2" fmla="*/ 1626394 w 1626394"/>
              <a:gd name="connsiteY2" fmla="*/ 7144 h 661055"/>
              <a:gd name="connsiteX3" fmla="*/ 483394 w 1626394"/>
              <a:gd name="connsiteY3" fmla="*/ 216694 h 661055"/>
              <a:gd name="connsiteX4" fmla="*/ 0 w 1626394"/>
              <a:gd name="connsiteY4" fmla="*/ 0 h 661055"/>
              <a:gd name="connsiteX0" fmla="*/ 0 w 1626394"/>
              <a:gd name="connsiteY0" fmla="*/ 0 h 678971"/>
              <a:gd name="connsiteX1" fmla="*/ 0 w 1626394"/>
              <a:gd name="connsiteY1" fmla="*/ 528638 h 678971"/>
              <a:gd name="connsiteX2" fmla="*/ 1626394 w 1626394"/>
              <a:gd name="connsiteY2" fmla="*/ 7144 h 678971"/>
              <a:gd name="connsiteX3" fmla="*/ 483394 w 1626394"/>
              <a:gd name="connsiteY3" fmla="*/ 216694 h 678971"/>
              <a:gd name="connsiteX4" fmla="*/ 0 w 1626394"/>
              <a:gd name="connsiteY4" fmla="*/ 0 h 678971"/>
              <a:gd name="connsiteX0" fmla="*/ 0 w 1626394"/>
              <a:gd name="connsiteY0" fmla="*/ 0 h 678971"/>
              <a:gd name="connsiteX1" fmla="*/ 0 w 1626394"/>
              <a:gd name="connsiteY1" fmla="*/ 528638 h 678971"/>
              <a:gd name="connsiteX2" fmla="*/ 1626394 w 1626394"/>
              <a:gd name="connsiteY2" fmla="*/ 7144 h 678971"/>
              <a:gd name="connsiteX3" fmla="*/ 621506 w 1626394"/>
              <a:gd name="connsiteY3" fmla="*/ 233363 h 678971"/>
              <a:gd name="connsiteX4" fmla="*/ 0 w 1626394"/>
              <a:gd name="connsiteY4" fmla="*/ 0 h 678971"/>
              <a:gd name="connsiteX0" fmla="*/ 0 w 1626394"/>
              <a:gd name="connsiteY0" fmla="*/ 4860 h 683831"/>
              <a:gd name="connsiteX1" fmla="*/ 0 w 1626394"/>
              <a:gd name="connsiteY1" fmla="*/ 533498 h 683831"/>
              <a:gd name="connsiteX2" fmla="*/ 1626394 w 1626394"/>
              <a:gd name="connsiteY2" fmla="*/ 12004 h 683831"/>
              <a:gd name="connsiteX3" fmla="*/ 621506 w 1626394"/>
              <a:gd name="connsiteY3" fmla="*/ 238223 h 683831"/>
              <a:gd name="connsiteX4" fmla="*/ 0 w 1626394"/>
              <a:gd name="connsiteY4" fmla="*/ 4860 h 683831"/>
              <a:gd name="connsiteX0" fmla="*/ 0 w 1626394"/>
              <a:gd name="connsiteY0" fmla="*/ 4860 h 683831"/>
              <a:gd name="connsiteX1" fmla="*/ 0 w 1626394"/>
              <a:gd name="connsiteY1" fmla="*/ 533498 h 683831"/>
              <a:gd name="connsiteX2" fmla="*/ 1626394 w 1626394"/>
              <a:gd name="connsiteY2" fmla="*/ 12004 h 683831"/>
              <a:gd name="connsiteX3" fmla="*/ 1066800 w 1626394"/>
              <a:gd name="connsiteY3" fmla="*/ 135830 h 683831"/>
              <a:gd name="connsiteX4" fmla="*/ 621506 w 1626394"/>
              <a:gd name="connsiteY4" fmla="*/ 238223 h 683831"/>
              <a:gd name="connsiteX5" fmla="*/ 0 w 1626394"/>
              <a:gd name="connsiteY5" fmla="*/ 4860 h 683831"/>
              <a:gd name="connsiteX0" fmla="*/ 0 w 1626394"/>
              <a:gd name="connsiteY0" fmla="*/ 111917 h 790888"/>
              <a:gd name="connsiteX1" fmla="*/ 0 w 1626394"/>
              <a:gd name="connsiteY1" fmla="*/ 640555 h 790888"/>
              <a:gd name="connsiteX2" fmla="*/ 1626394 w 1626394"/>
              <a:gd name="connsiteY2" fmla="*/ 119061 h 790888"/>
              <a:gd name="connsiteX3" fmla="*/ 923925 w 1626394"/>
              <a:gd name="connsiteY3" fmla="*/ 0 h 790888"/>
              <a:gd name="connsiteX4" fmla="*/ 621506 w 1626394"/>
              <a:gd name="connsiteY4" fmla="*/ 345280 h 790888"/>
              <a:gd name="connsiteX5" fmla="*/ 0 w 1626394"/>
              <a:gd name="connsiteY5" fmla="*/ 111917 h 790888"/>
              <a:gd name="connsiteX0" fmla="*/ 0 w 1626394"/>
              <a:gd name="connsiteY0" fmla="*/ 111917 h 790888"/>
              <a:gd name="connsiteX1" fmla="*/ 0 w 1626394"/>
              <a:gd name="connsiteY1" fmla="*/ 640555 h 790888"/>
              <a:gd name="connsiteX2" fmla="*/ 1626394 w 1626394"/>
              <a:gd name="connsiteY2" fmla="*/ 119061 h 790888"/>
              <a:gd name="connsiteX3" fmla="*/ 1059656 w 1626394"/>
              <a:gd name="connsiteY3" fmla="*/ 23812 h 790888"/>
              <a:gd name="connsiteX4" fmla="*/ 923925 w 1626394"/>
              <a:gd name="connsiteY4" fmla="*/ 0 h 790888"/>
              <a:gd name="connsiteX5" fmla="*/ 621506 w 1626394"/>
              <a:gd name="connsiteY5" fmla="*/ 345280 h 790888"/>
              <a:gd name="connsiteX6" fmla="*/ 0 w 1626394"/>
              <a:gd name="connsiteY6" fmla="*/ 111917 h 790888"/>
              <a:gd name="connsiteX0" fmla="*/ 0 w 1626394"/>
              <a:gd name="connsiteY0" fmla="*/ 538161 h 1217132"/>
              <a:gd name="connsiteX1" fmla="*/ 0 w 1626394"/>
              <a:gd name="connsiteY1" fmla="*/ 1066799 h 1217132"/>
              <a:gd name="connsiteX2" fmla="*/ 1626394 w 1626394"/>
              <a:gd name="connsiteY2" fmla="*/ 545305 h 1217132"/>
              <a:gd name="connsiteX3" fmla="*/ 1323974 w 1626394"/>
              <a:gd name="connsiteY3" fmla="*/ 0 h 1217132"/>
              <a:gd name="connsiteX4" fmla="*/ 923925 w 1626394"/>
              <a:gd name="connsiteY4" fmla="*/ 426244 h 1217132"/>
              <a:gd name="connsiteX5" fmla="*/ 621506 w 1626394"/>
              <a:gd name="connsiteY5" fmla="*/ 771524 h 1217132"/>
              <a:gd name="connsiteX6" fmla="*/ 0 w 1626394"/>
              <a:gd name="connsiteY6" fmla="*/ 538161 h 1217132"/>
              <a:gd name="connsiteX0" fmla="*/ 0 w 1626394"/>
              <a:gd name="connsiteY0" fmla="*/ 538161 h 1217132"/>
              <a:gd name="connsiteX1" fmla="*/ 0 w 1626394"/>
              <a:gd name="connsiteY1" fmla="*/ 1066799 h 1217132"/>
              <a:gd name="connsiteX2" fmla="*/ 1626394 w 1626394"/>
              <a:gd name="connsiteY2" fmla="*/ 545305 h 1217132"/>
              <a:gd name="connsiteX3" fmla="*/ 1323974 w 1626394"/>
              <a:gd name="connsiteY3" fmla="*/ 0 h 1217132"/>
              <a:gd name="connsiteX4" fmla="*/ 923925 w 1626394"/>
              <a:gd name="connsiteY4" fmla="*/ 426244 h 1217132"/>
              <a:gd name="connsiteX5" fmla="*/ 621506 w 1626394"/>
              <a:gd name="connsiteY5" fmla="*/ 771524 h 1217132"/>
              <a:gd name="connsiteX6" fmla="*/ 0 w 1626394"/>
              <a:gd name="connsiteY6" fmla="*/ 538161 h 1217132"/>
              <a:gd name="connsiteX0" fmla="*/ 0 w 1635310"/>
              <a:gd name="connsiteY0" fmla="*/ 538161 h 1066802"/>
              <a:gd name="connsiteX1" fmla="*/ 0 w 1635310"/>
              <a:gd name="connsiteY1" fmla="*/ 1066799 h 1066802"/>
              <a:gd name="connsiteX2" fmla="*/ 1626394 w 1635310"/>
              <a:gd name="connsiteY2" fmla="*/ 545305 h 1066802"/>
              <a:gd name="connsiteX3" fmla="*/ 1323974 w 1635310"/>
              <a:gd name="connsiteY3" fmla="*/ 0 h 1066802"/>
              <a:gd name="connsiteX4" fmla="*/ 923925 w 1635310"/>
              <a:gd name="connsiteY4" fmla="*/ 426244 h 1066802"/>
              <a:gd name="connsiteX5" fmla="*/ 621506 w 1635310"/>
              <a:gd name="connsiteY5" fmla="*/ 771524 h 1066802"/>
              <a:gd name="connsiteX6" fmla="*/ 0 w 1635310"/>
              <a:gd name="connsiteY6" fmla="*/ 538161 h 1066802"/>
              <a:gd name="connsiteX0" fmla="*/ 0 w 1632620"/>
              <a:gd name="connsiteY0" fmla="*/ 538161 h 1083110"/>
              <a:gd name="connsiteX1" fmla="*/ 0 w 1632620"/>
              <a:gd name="connsiteY1" fmla="*/ 1066799 h 1083110"/>
              <a:gd name="connsiteX2" fmla="*/ 1626394 w 1632620"/>
              <a:gd name="connsiteY2" fmla="*/ 545305 h 1083110"/>
              <a:gd name="connsiteX3" fmla="*/ 1323974 w 1632620"/>
              <a:gd name="connsiteY3" fmla="*/ 0 h 1083110"/>
              <a:gd name="connsiteX4" fmla="*/ 923925 w 1632620"/>
              <a:gd name="connsiteY4" fmla="*/ 426244 h 1083110"/>
              <a:gd name="connsiteX5" fmla="*/ 621506 w 1632620"/>
              <a:gd name="connsiteY5" fmla="*/ 771524 h 1083110"/>
              <a:gd name="connsiteX6" fmla="*/ 0 w 1632620"/>
              <a:gd name="connsiteY6" fmla="*/ 538161 h 1083110"/>
              <a:gd name="connsiteX0" fmla="*/ 0 w 1638832"/>
              <a:gd name="connsiteY0" fmla="*/ 538161 h 1079262"/>
              <a:gd name="connsiteX1" fmla="*/ 0 w 1638832"/>
              <a:gd name="connsiteY1" fmla="*/ 1066799 h 1079262"/>
              <a:gd name="connsiteX2" fmla="*/ 1626394 w 1638832"/>
              <a:gd name="connsiteY2" fmla="*/ 545305 h 1079262"/>
              <a:gd name="connsiteX3" fmla="*/ 1323974 w 1638832"/>
              <a:gd name="connsiteY3" fmla="*/ 0 h 1079262"/>
              <a:gd name="connsiteX4" fmla="*/ 923925 w 1638832"/>
              <a:gd name="connsiteY4" fmla="*/ 426244 h 1079262"/>
              <a:gd name="connsiteX5" fmla="*/ 621506 w 1638832"/>
              <a:gd name="connsiteY5" fmla="*/ 771524 h 1079262"/>
              <a:gd name="connsiteX6" fmla="*/ 0 w 1638832"/>
              <a:gd name="connsiteY6" fmla="*/ 538161 h 1079262"/>
              <a:gd name="connsiteX0" fmla="*/ 0 w 1629379"/>
              <a:gd name="connsiteY0" fmla="*/ 538161 h 1066897"/>
              <a:gd name="connsiteX1" fmla="*/ 0 w 1629379"/>
              <a:gd name="connsiteY1" fmla="*/ 1066799 h 1066897"/>
              <a:gd name="connsiteX2" fmla="*/ 1616869 w 1629379"/>
              <a:gd name="connsiteY2" fmla="*/ 409574 h 1066897"/>
              <a:gd name="connsiteX3" fmla="*/ 1323974 w 1629379"/>
              <a:gd name="connsiteY3" fmla="*/ 0 h 1066897"/>
              <a:gd name="connsiteX4" fmla="*/ 923925 w 1629379"/>
              <a:gd name="connsiteY4" fmla="*/ 426244 h 1066897"/>
              <a:gd name="connsiteX5" fmla="*/ 621506 w 1629379"/>
              <a:gd name="connsiteY5" fmla="*/ 771524 h 1066897"/>
              <a:gd name="connsiteX6" fmla="*/ 0 w 1629379"/>
              <a:gd name="connsiteY6" fmla="*/ 538161 h 1066897"/>
              <a:gd name="connsiteX0" fmla="*/ 0 w 1620913"/>
              <a:gd name="connsiteY0" fmla="*/ 538161 h 1107877"/>
              <a:gd name="connsiteX1" fmla="*/ 0 w 1620913"/>
              <a:gd name="connsiteY1" fmla="*/ 1066799 h 1107877"/>
              <a:gd name="connsiteX2" fmla="*/ 1616869 w 1620913"/>
              <a:gd name="connsiteY2" fmla="*/ 409574 h 1107877"/>
              <a:gd name="connsiteX3" fmla="*/ 1323974 w 1620913"/>
              <a:gd name="connsiteY3" fmla="*/ 0 h 1107877"/>
              <a:gd name="connsiteX4" fmla="*/ 923925 w 1620913"/>
              <a:gd name="connsiteY4" fmla="*/ 426244 h 1107877"/>
              <a:gd name="connsiteX5" fmla="*/ 621506 w 1620913"/>
              <a:gd name="connsiteY5" fmla="*/ 771524 h 1107877"/>
              <a:gd name="connsiteX6" fmla="*/ 0 w 1620913"/>
              <a:gd name="connsiteY6" fmla="*/ 538161 h 1107877"/>
              <a:gd name="connsiteX0" fmla="*/ 0 w 1620913"/>
              <a:gd name="connsiteY0" fmla="*/ 538161 h 1218265"/>
              <a:gd name="connsiteX1" fmla="*/ 0 w 1620913"/>
              <a:gd name="connsiteY1" fmla="*/ 1066799 h 1218265"/>
              <a:gd name="connsiteX2" fmla="*/ 1616869 w 1620913"/>
              <a:gd name="connsiteY2" fmla="*/ 409574 h 1218265"/>
              <a:gd name="connsiteX3" fmla="*/ 1323974 w 1620913"/>
              <a:gd name="connsiteY3" fmla="*/ 0 h 1218265"/>
              <a:gd name="connsiteX4" fmla="*/ 923925 w 1620913"/>
              <a:gd name="connsiteY4" fmla="*/ 426244 h 1218265"/>
              <a:gd name="connsiteX5" fmla="*/ 621506 w 1620913"/>
              <a:gd name="connsiteY5" fmla="*/ 771524 h 1218265"/>
              <a:gd name="connsiteX6" fmla="*/ 0 w 1620913"/>
              <a:gd name="connsiteY6" fmla="*/ 538161 h 1218265"/>
              <a:gd name="connsiteX0" fmla="*/ 0 w 1620913"/>
              <a:gd name="connsiteY0" fmla="*/ 538161 h 1066799"/>
              <a:gd name="connsiteX1" fmla="*/ 0 w 1620913"/>
              <a:gd name="connsiteY1" fmla="*/ 1066799 h 1066799"/>
              <a:gd name="connsiteX2" fmla="*/ 1616869 w 1620913"/>
              <a:gd name="connsiteY2" fmla="*/ 409574 h 1066799"/>
              <a:gd name="connsiteX3" fmla="*/ 1323974 w 1620913"/>
              <a:gd name="connsiteY3" fmla="*/ 0 h 1066799"/>
              <a:gd name="connsiteX4" fmla="*/ 923925 w 1620913"/>
              <a:gd name="connsiteY4" fmla="*/ 426244 h 1066799"/>
              <a:gd name="connsiteX5" fmla="*/ 621506 w 1620913"/>
              <a:gd name="connsiteY5" fmla="*/ 771524 h 1066799"/>
              <a:gd name="connsiteX6" fmla="*/ 0 w 1620913"/>
              <a:gd name="connsiteY6" fmla="*/ 538161 h 1066799"/>
              <a:gd name="connsiteX0" fmla="*/ 0 w 1620913"/>
              <a:gd name="connsiteY0" fmla="*/ 538161 h 1213299"/>
              <a:gd name="connsiteX1" fmla="*/ 0 w 1620913"/>
              <a:gd name="connsiteY1" fmla="*/ 1066799 h 1213299"/>
              <a:gd name="connsiteX2" fmla="*/ 1616869 w 1620913"/>
              <a:gd name="connsiteY2" fmla="*/ 409574 h 1213299"/>
              <a:gd name="connsiteX3" fmla="*/ 1323974 w 1620913"/>
              <a:gd name="connsiteY3" fmla="*/ 0 h 1213299"/>
              <a:gd name="connsiteX4" fmla="*/ 923925 w 1620913"/>
              <a:gd name="connsiteY4" fmla="*/ 426244 h 1213299"/>
              <a:gd name="connsiteX5" fmla="*/ 621506 w 1620913"/>
              <a:gd name="connsiteY5" fmla="*/ 771524 h 1213299"/>
              <a:gd name="connsiteX6" fmla="*/ 0 w 1620913"/>
              <a:gd name="connsiteY6" fmla="*/ 538161 h 121329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32881"/>
              <a:gd name="connsiteY0" fmla="*/ 538161 h 1232035"/>
              <a:gd name="connsiteX1" fmla="*/ 0 w 1632881"/>
              <a:gd name="connsiteY1" fmla="*/ 1066799 h 1232035"/>
              <a:gd name="connsiteX2" fmla="*/ 1621631 w 1632881"/>
              <a:gd name="connsiteY2" fmla="*/ 523874 h 1232035"/>
              <a:gd name="connsiteX3" fmla="*/ 1323974 w 1632881"/>
              <a:gd name="connsiteY3" fmla="*/ 0 h 1232035"/>
              <a:gd name="connsiteX4" fmla="*/ 923925 w 1632881"/>
              <a:gd name="connsiteY4" fmla="*/ 426244 h 1232035"/>
              <a:gd name="connsiteX5" fmla="*/ 621506 w 1632881"/>
              <a:gd name="connsiteY5" fmla="*/ 771524 h 1232035"/>
              <a:gd name="connsiteX6" fmla="*/ 0 w 1632881"/>
              <a:gd name="connsiteY6" fmla="*/ 538161 h 1232035"/>
              <a:gd name="connsiteX0" fmla="*/ 0 w 1622936"/>
              <a:gd name="connsiteY0" fmla="*/ 538161 h 1236750"/>
              <a:gd name="connsiteX1" fmla="*/ 0 w 1622936"/>
              <a:gd name="connsiteY1" fmla="*/ 1066799 h 1236750"/>
              <a:gd name="connsiteX2" fmla="*/ 1621631 w 1622936"/>
              <a:gd name="connsiteY2" fmla="*/ 523874 h 1236750"/>
              <a:gd name="connsiteX3" fmla="*/ 1323974 w 1622936"/>
              <a:gd name="connsiteY3" fmla="*/ 0 h 1236750"/>
              <a:gd name="connsiteX4" fmla="*/ 923925 w 1622936"/>
              <a:gd name="connsiteY4" fmla="*/ 426244 h 1236750"/>
              <a:gd name="connsiteX5" fmla="*/ 621506 w 1622936"/>
              <a:gd name="connsiteY5" fmla="*/ 771524 h 1236750"/>
              <a:gd name="connsiteX6" fmla="*/ 0 w 1622936"/>
              <a:gd name="connsiteY6" fmla="*/ 538161 h 1236750"/>
              <a:gd name="connsiteX0" fmla="*/ 0 w 1627932"/>
              <a:gd name="connsiteY0" fmla="*/ 538161 h 1227283"/>
              <a:gd name="connsiteX1" fmla="*/ 0 w 1627932"/>
              <a:gd name="connsiteY1" fmla="*/ 1066799 h 1227283"/>
              <a:gd name="connsiteX2" fmla="*/ 1621631 w 1627932"/>
              <a:gd name="connsiteY2" fmla="*/ 523874 h 1227283"/>
              <a:gd name="connsiteX3" fmla="*/ 1323974 w 1627932"/>
              <a:gd name="connsiteY3" fmla="*/ 0 h 1227283"/>
              <a:gd name="connsiteX4" fmla="*/ 923925 w 1627932"/>
              <a:gd name="connsiteY4" fmla="*/ 426244 h 1227283"/>
              <a:gd name="connsiteX5" fmla="*/ 621506 w 1627932"/>
              <a:gd name="connsiteY5" fmla="*/ 771524 h 1227283"/>
              <a:gd name="connsiteX6" fmla="*/ 0 w 1627932"/>
              <a:gd name="connsiteY6" fmla="*/ 538161 h 1227283"/>
              <a:gd name="connsiteX0" fmla="*/ 0 w 1627932"/>
              <a:gd name="connsiteY0" fmla="*/ 538161 h 1066799"/>
              <a:gd name="connsiteX1" fmla="*/ 0 w 1627932"/>
              <a:gd name="connsiteY1" fmla="*/ 1066799 h 1066799"/>
              <a:gd name="connsiteX2" fmla="*/ 1621631 w 1627932"/>
              <a:gd name="connsiteY2" fmla="*/ 523874 h 1066799"/>
              <a:gd name="connsiteX3" fmla="*/ 1323974 w 1627932"/>
              <a:gd name="connsiteY3" fmla="*/ 0 h 1066799"/>
              <a:gd name="connsiteX4" fmla="*/ 923925 w 1627932"/>
              <a:gd name="connsiteY4" fmla="*/ 426244 h 1066799"/>
              <a:gd name="connsiteX5" fmla="*/ 621506 w 1627932"/>
              <a:gd name="connsiteY5" fmla="*/ 771524 h 1066799"/>
              <a:gd name="connsiteX6" fmla="*/ 0 w 1627932"/>
              <a:gd name="connsiteY6" fmla="*/ 538161 h 1066799"/>
              <a:gd name="connsiteX0" fmla="*/ 0 w 1627647"/>
              <a:gd name="connsiteY0" fmla="*/ 538161 h 1066799"/>
              <a:gd name="connsiteX1" fmla="*/ 0 w 1627647"/>
              <a:gd name="connsiteY1" fmla="*/ 1066799 h 1066799"/>
              <a:gd name="connsiteX2" fmla="*/ 1621631 w 1627647"/>
              <a:gd name="connsiteY2" fmla="*/ 523874 h 1066799"/>
              <a:gd name="connsiteX3" fmla="*/ 1323974 w 1627647"/>
              <a:gd name="connsiteY3" fmla="*/ 0 h 1066799"/>
              <a:gd name="connsiteX4" fmla="*/ 923925 w 1627647"/>
              <a:gd name="connsiteY4" fmla="*/ 426244 h 1066799"/>
              <a:gd name="connsiteX5" fmla="*/ 621506 w 1627647"/>
              <a:gd name="connsiteY5" fmla="*/ 771524 h 1066799"/>
              <a:gd name="connsiteX6" fmla="*/ 0 w 1627647"/>
              <a:gd name="connsiteY6" fmla="*/ 538161 h 1066799"/>
              <a:gd name="connsiteX0" fmla="*/ 0 w 1627647"/>
              <a:gd name="connsiteY0" fmla="*/ 538161 h 1066799"/>
              <a:gd name="connsiteX1" fmla="*/ 0 w 1627647"/>
              <a:gd name="connsiteY1" fmla="*/ 1066799 h 1066799"/>
              <a:gd name="connsiteX2" fmla="*/ 1621631 w 1627647"/>
              <a:gd name="connsiteY2" fmla="*/ 523874 h 1066799"/>
              <a:gd name="connsiteX3" fmla="*/ 1323974 w 1627647"/>
              <a:gd name="connsiteY3" fmla="*/ 0 h 1066799"/>
              <a:gd name="connsiteX4" fmla="*/ 923925 w 1627647"/>
              <a:gd name="connsiteY4" fmla="*/ 426244 h 1066799"/>
              <a:gd name="connsiteX5" fmla="*/ 621506 w 1627647"/>
              <a:gd name="connsiteY5" fmla="*/ 771524 h 1066799"/>
              <a:gd name="connsiteX6" fmla="*/ 0 w 1627647"/>
              <a:gd name="connsiteY6" fmla="*/ 538161 h 1066799"/>
              <a:gd name="connsiteX0" fmla="*/ 0 w 1627647"/>
              <a:gd name="connsiteY0" fmla="*/ 538161 h 1134969"/>
              <a:gd name="connsiteX1" fmla="*/ 0 w 1627647"/>
              <a:gd name="connsiteY1" fmla="*/ 1066799 h 1134969"/>
              <a:gd name="connsiteX2" fmla="*/ 1621631 w 1627647"/>
              <a:gd name="connsiteY2" fmla="*/ 523874 h 1134969"/>
              <a:gd name="connsiteX3" fmla="*/ 1323974 w 1627647"/>
              <a:gd name="connsiteY3" fmla="*/ 0 h 1134969"/>
              <a:gd name="connsiteX4" fmla="*/ 923925 w 1627647"/>
              <a:gd name="connsiteY4" fmla="*/ 426244 h 1134969"/>
              <a:gd name="connsiteX5" fmla="*/ 621506 w 1627647"/>
              <a:gd name="connsiteY5" fmla="*/ 771524 h 1134969"/>
              <a:gd name="connsiteX6" fmla="*/ 0 w 1627647"/>
              <a:gd name="connsiteY6" fmla="*/ 538161 h 1134969"/>
              <a:gd name="connsiteX0" fmla="*/ 0 w 1627647"/>
              <a:gd name="connsiteY0" fmla="*/ 538161 h 1213483"/>
              <a:gd name="connsiteX1" fmla="*/ 0 w 1627647"/>
              <a:gd name="connsiteY1" fmla="*/ 1066799 h 1213483"/>
              <a:gd name="connsiteX2" fmla="*/ 1621631 w 1627647"/>
              <a:gd name="connsiteY2" fmla="*/ 523874 h 1213483"/>
              <a:gd name="connsiteX3" fmla="*/ 1323974 w 1627647"/>
              <a:gd name="connsiteY3" fmla="*/ 0 h 1213483"/>
              <a:gd name="connsiteX4" fmla="*/ 923925 w 1627647"/>
              <a:gd name="connsiteY4" fmla="*/ 426244 h 1213483"/>
              <a:gd name="connsiteX5" fmla="*/ 621506 w 1627647"/>
              <a:gd name="connsiteY5" fmla="*/ 771524 h 1213483"/>
              <a:gd name="connsiteX6" fmla="*/ 0 w 1627647"/>
              <a:gd name="connsiteY6" fmla="*/ 538161 h 1213483"/>
              <a:gd name="connsiteX0" fmla="*/ 0 w 1627647"/>
              <a:gd name="connsiteY0" fmla="*/ 538161 h 1190326"/>
              <a:gd name="connsiteX1" fmla="*/ 0 w 1627647"/>
              <a:gd name="connsiteY1" fmla="*/ 1066799 h 1190326"/>
              <a:gd name="connsiteX2" fmla="*/ 1621631 w 1627647"/>
              <a:gd name="connsiteY2" fmla="*/ 523874 h 1190326"/>
              <a:gd name="connsiteX3" fmla="*/ 1323974 w 1627647"/>
              <a:gd name="connsiteY3" fmla="*/ 0 h 1190326"/>
              <a:gd name="connsiteX4" fmla="*/ 923925 w 1627647"/>
              <a:gd name="connsiteY4" fmla="*/ 426244 h 1190326"/>
              <a:gd name="connsiteX5" fmla="*/ 621506 w 1627647"/>
              <a:gd name="connsiteY5" fmla="*/ 771524 h 1190326"/>
              <a:gd name="connsiteX6" fmla="*/ 0 w 1627647"/>
              <a:gd name="connsiteY6" fmla="*/ 538161 h 1190326"/>
              <a:gd name="connsiteX0" fmla="*/ 0 w 1627647"/>
              <a:gd name="connsiteY0" fmla="*/ 538161 h 1219698"/>
              <a:gd name="connsiteX1" fmla="*/ 0 w 1627647"/>
              <a:gd name="connsiteY1" fmla="*/ 1066799 h 1219698"/>
              <a:gd name="connsiteX2" fmla="*/ 1621631 w 1627647"/>
              <a:gd name="connsiteY2" fmla="*/ 523874 h 1219698"/>
              <a:gd name="connsiteX3" fmla="*/ 1323974 w 1627647"/>
              <a:gd name="connsiteY3" fmla="*/ 0 h 1219698"/>
              <a:gd name="connsiteX4" fmla="*/ 923925 w 1627647"/>
              <a:gd name="connsiteY4" fmla="*/ 426244 h 1219698"/>
              <a:gd name="connsiteX5" fmla="*/ 621506 w 1627647"/>
              <a:gd name="connsiteY5" fmla="*/ 771524 h 1219698"/>
              <a:gd name="connsiteX6" fmla="*/ 0 w 1627647"/>
              <a:gd name="connsiteY6" fmla="*/ 538161 h 1219698"/>
              <a:gd name="connsiteX0" fmla="*/ 0 w 1627647"/>
              <a:gd name="connsiteY0" fmla="*/ 538161 h 1232307"/>
              <a:gd name="connsiteX1" fmla="*/ 0 w 1627647"/>
              <a:gd name="connsiteY1" fmla="*/ 1066799 h 1232307"/>
              <a:gd name="connsiteX2" fmla="*/ 1621631 w 1627647"/>
              <a:gd name="connsiteY2" fmla="*/ 523874 h 1232307"/>
              <a:gd name="connsiteX3" fmla="*/ 1323974 w 1627647"/>
              <a:gd name="connsiteY3" fmla="*/ 0 h 1232307"/>
              <a:gd name="connsiteX4" fmla="*/ 923925 w 1627647"/>
              <a:gd name="connsiteY4" fmla="*/ 426244 h 1232307"/>
              <a:gd name="connsiteX5" fmla="*/ 621506 w 1627647"/>
              <a:gd name="connsiteY5" fmla="*/ 771524 h 1232307"/>
              <a:gd name="connsiteX6" fmla="*/ 0 w 1627647"/>
              <a:gd name="connsiteY6" fmla="*/ 538161 h 1232307"/>
              <a:gd name="connsiteX0" fmla="*/ 0 w 1627647"/>
              <a:gd name="connsiteY0" fmla="*/ 538161 h 1217230"/>
              <a:gd name="connsiteX1" fmla="*/ 0 w 1627647"/>
              <a:gd name="connsiteY1" fmla="*/ 1066799 h 1217230"/>
              <a:gd name="connsiteX2" fmla="*/ 1621631 w 1627647"/>
              <a:gd name="connsiteY2" fmla="*/ 523874 h 1217230"/>
              <a:gd name="connsiteX3" fmla="*/ 1323974 w 1627647"/>
              <a:gd name="connsiteY3" fmla="*/ 0 h 1217230"/>
              <a:gd name="connsiteX4" fmla="*/ 923925 w 1627647"/>
              <a:gd name="connsiteY4" fmla="*/ 426244 h 1217230"/>
              <a:gd name="connsiteX5" fmla="*/ 621506 w 1627647"/>
              <a:gd name="connsiteY5" fmla="*/ 771524 h 1217230"/>
              <a:gd name="connsiteX6" fmla="*/ 0 w 1627647"/>
              <a:gd name="connsiteY6" fmla="*/ 538161 h 1217230"/>
              <a:gd name="connsiteX0" fmla="*/ 0 w 1627647"/>
              <a:gd name="connsiteY0" fmla="*/ 538161 h 1188997"/>
              <a:gd name="connsiteX1" fmla="*/ 0 w 1627647"/>
              <a:gd name="connsiteY1" fmla="*/ 1066799 h 1188997"/>
              <a:gd name="connsiteX2" fmla="*/ 1621631 w 1627647"/>
              <a:gd name="connsiteY2" fmla="*/ 523874 h 1188997"/>
              <a:gd name="connsiteX3" fmla="*/ 1323974 w 1627647"/>
              <a:gd name="connsiteY3" fmla="*/ 0 h 1188997"/>
              <a:gd name="connsiteX4" fmla="*/ 923925 w 1627647"/>
              <a:gd name="connsiteY4" fmla="*/ 426244 h 1188997"/>
              <a:gd name="connsiteX5" fmla="*/ 621506 w 1627647"/>
              <a:gd name="connsiteY5" fmla="*/ 771524 h 1188997"/>
              <a:gd name="connsiteX6" fmla="*/ 0 w 1627647"/>
              <a:gd name="connsiteY6" fmla="*/ 538161 h 1188997"/>
              <a:gd name="connsiteX0" fmla="*/ 0 w 1627647"/>
              <a:gd name="connsiteY0" fmla="*/ 538161 h 1216261"/>
              <a:gd name="connsiteX1" fmla="*/ 0 w 1627647"/>
              <a:gd name="connsiteY1" fmla="*/ 1066799 h 1216261"/>
              <a:gd name="connsiteX2" fmla="*/ 1621631 w 1627647"/>
              <a:gd name="connsiteY2" fmla="*/ 523874 h 1216261"/>
              <a:gd name="connsiteX3" fmla="*/ 1323974 w 1627647"/>
              <a:gd name="connsiteY3" fmla="*/ 0 h 1216261"/>
              <a:gd name="connsiteX4" fmla="*/ 923925 w 1627647"/>
              <a:gd name="connsiteY4" fmla="*/ 426244 h 1216261"/>
              <a:gd name="connsiteX5" fmla="*/ 621506 w 1627647"/>
              <a:gd name="connsiteY5" fmla="*/ 771524 h 1216261"/>
              <a:gd name="connsiteX6" fmla="*/ 0 w 1627647"/>
              <a:gd name="connsiteY6" fmla="*/ 538161 h 1216261"/>
              <a:gd name="connsiteX0" fmla="*/ 0 w 1627647"/>
              <a:gd name="connsiteY0" fmla="*/ 538161 h 1206398"/>
              <a:gd name="connsiteX1" fmla="*/ 0 w 1627647"/>
              <a:gd name="connsiteY1" fmla="*/ 1066799 h 1206398"/>
              <a:gd name="connsiteX2" fmla="*/ 1621631 w 1627647"/>
              <a:gd name="connsiteY2" fmla="*/ 523874 h 1206398"/>
              <a:gd name="connsiteX3" fmla="*/ 1323974 w 1627647"/>
              <a:gd name="connsiteY3" fmla="*/ 0 h 1206398"/>
              <a:gd name="connsiteX4" fmla="*/ 923925 w 1627647"/>
              <a:gd name="connsiteY4" fmla="*/ 426244 h 1206398"/>
              <a:gd name="connsiteX5" fmla="*/ 621506 w 1627647"/>
              <a:gd name="connsiteY5" fmla="*/ 771524 h 1206398"/>
              <a:gd name="connsiteX6" fmla="*/ 0 w 1627647"/>
              <a:gd name="connsiteY6" fmla="*/ 538161 h 1206398"/>
              <a:gd name="connsiteX0" fmla="*/ 0 w 1627647"/>
              <a:gd name="connsiteY0" fmla="*/ 538161 h 1218880"/>
              <a:gd name="connsiteX1" fmla="*/ 0 w 1627647"/>
              <a:gd name="connsiteY1" fmla="*/ 1066799 h 1218880"/>
              <a:gd name="connsiteX2" fmla="*/ 1621631 w 1627647"/>
              <a:gd name="connsiteY2" fmla="*/ 523874 h 1218880"/>
              <a:gd name="connsiteX3" fmla="*/ 1323974 w 1627647"/>
              <a:gd name="connsiteY3" fmla="*/ 0 h 1218880"/>
              <a:gd name="connsiteX4" fmla="*/ 923925 w 1627647"/>
              <a:gd name="connsiteY4" fmla="*/ 426244 h 1218880"/>
              <a:gd name="connsiteX5" fmla="*/ 621506 w 1627647"/>
              <a:gd name="connsiteY5" fmla="*/ 771524 h 1218880"/>
              <a:gd name="connsiteX6" fmla="*/ 0 w 1627647"/>
              <a:gd name="connsiteY6" fmla="*/ 538161 h 1218880"/>
              <a:gd name="connsiteX0" fmla="*/ 0 w 1627647"/>
              <a:gd name="connsiteY0" fmla="*/ 538161 h 1211596"/>
              <a:gd name="connsiteX1" fmla="*/ 0 w 1627647"/>
              <a:gd name="connsiteY1" fmla="*/ 1066799 h 1211596"/>
              <a:gd name="connsiteX2" fmla="*/ 1621631 w 1627647"/>
              <a:gd name="connsiteY2" fmla="*/ 523874 h 1211596"/>
              <a:gd name="connsiteX3" fmla="*/ 1323974 w 1627647"/>
              <a:gd name="connsiteY3" fmla="*/ 0 h 1211596"/>
              <a:gd name="connsiteX4" fmla="*/ 923925 w 1627647"/>
              <a:gd name="connsiteY4" fmla="*/ 426244 h 1211596"/>
              <a:gd name="connsiteX5" fmla="*/ 621506 w 1627647"/>
              <a:gd name="connsiteY5" fmla="*/ 771524 h 1211596"/>
              <a:gd name="connsiteX6" fmla="*/ 0 w 1627647"/>
              <a:gd name="connsiteY6" fmla="*/ 538161 h 1211596"/>
              <a:gd name="connsiteX0" fmla="*/ 0 w 1627647"/>
              <a:gd name="connsiteY0" fmla="*/ 538161 h 1217962"/>
              <a:gd name="connsiteX1" fmla="*/ 0 w 1627647"/>
              <a:gd name="connsiteY1" fmla="*/ 1066799 h 1217962"/>
              <a:gd name="connsiteX2" fmla="*/ 1621631 w 1627647"/>
              <a:gd name="connsiteY2" fmla="*/ 523874 h 1217962"/>
              <a:gd name="connsiteX3" fmla="*/ 1323974 w 1627647"/>
              <a:gd name="connsiteY3" fmla="*/ 0 h 1217962"/>
              <a:gd name="connsiteX4" fmla="*/ 923925 w 1627647"/>
              <a:gd name="connsiteY4" fmla="*/ 426244 h 1217962"/>
              <a:gd name="connsiteX5" fmla="*/ 621506 w 1627647"/>
              <a:gd name="connsiteY5" fmla="*/ 771524 h 1217962"/>
              <a:gd name="connsiteX6" fmla="*/ 0 w 1627647"/>
              <a:gd name="connsiteY6" fmla="*/ 538161 h 1217962"/>
              <a:gd name="connsiteX0" fmla="*/ 0 w 1627647"/>
              <a:gd name="connsiteY0" fmla="*/ 538161 h 1218399"/>
              <a:gd name="connsiteX1" fmla="*/ 0 w 1627647"/>
              <a:gd name="connsiteY1" fmla="*/ 1066799 h 1218399"/>
              <a:gd name="connsiteX2" fmla="*/ 1621631 w 1627647"/>
              <a:gd name="connsiteY2" fmla="*/ 523874 h 1218399"/>
              <a:gd name="connsiteX3" fmla="*/ 1323974 w 1627647"/>
              <a:gd name="connsiteY3" fmla="*/ 0 h 1218399"/>
              <a:gd name="connsiteX4" fmla="*/ 923925 w 1627647"/>
              <a:gd name="connsiteY4" fmla="*/ 426244 h 1218399"/>
              <a:gd name="connsiteX5" fmla="*/ 621506 w 1627647"/>
              <a:gd name="connsiteY5" fmla="*/ 771524 h 1218399"/>
              <a:gd name="connsiteX6" fmla="*/ 0 w 1627647"/>
              <a:gd name="connsiteY6" fmla="*/ 538161 h 121839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923925 w 1627647"/>
              <a:gd name="connsiteY4" fmla="*/ 426244 h 1212839"/>
              <a:gd name="connsiteX5" fmla="*/ 621506 w 1627647"/>
              <a:gd name="connsiteY5" fmla="*/ 771524 h 1212839"/>
              <a:gd name="connsiteX6" fmla="*/ 0 w 1627647"/>
              <a:gd name="connsiteY6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1078707 w 1627647"/>
              <a:gd name="connsiteY4" fmla="*/ 257177 h 1212839"/>
              <a:gd name="connsiteX5" fmla="*/ 923925 w 1627647"/>
              <a:gd name="connsiteY5" fmla="*/ 426244 h 1212839"/>
              <a:gd name="connsiteX6" fmla="*/ 621506 w 1627647"/>
              <a:gd name="connsiteY6" fmla="*/ 771524 h 1212839"/>
              <a:gd name="connsiteX7" fmla="*/ 0 w 1627647"/>
              <a:gd name="connsiteY7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595313 w 1627647"/>
              <a:gd name="connsiteY4" fmla="*/ 185739 h 1212839"/>
              <a:gd name="connsiteX5" fmla="*/ 923925 w 1627647"/>
              <a:gd name="connsiteY5" fmla="*/ 426244 h 1212839"/>
              <a:gd name="connsiteX6" fmla="*/ 621506 w 1627647"/>
              <a:gd name="connsiteY6" fmla="*/ 771524 h 1212839"/>
              <a:gd name="connsiteX7" fmla="*/ 0 w 1627647"/>
              <a:gd name="connsiteY7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973932 w 1627647"/>
              <a:gd name="connsiteY4" fmla="*/ 85727 h 1212839"/>
              <a:gd name="connsiteX5" fmla="*/ 595313 w 1627647"/>
              <a:gd name="connsiteY5" fmla="*/ 185739 h 1212839"/>
              <a:gd name="connsiteX6" fmla="*/ 923925 w 1627647"/>
              <a:gd name="connsiteY6" fmla="*/ 426244 h 1212839"/>
              <a:gd name="connsiteX7" fmla="*/ 621506 w 1627647"/>
              <a:gd name="connsiteY7" fmla="*/ 771524 h 1212839"/>
              <a:gd name="connsiteX8" fmla="*/ 0 w 1627647"/>
              <a:gd name="connsiteY8" fmla="*/ 538161 h 1212839"/>
              <a:gd name="connsiteX0" fmla="*/ 0 w 1627647"/>
              <a:gd name="connsiteY0" fmla="*/ 745328 h 1420006"/>
              <a:gd name="connsiteX1" fmla="*/ 0 w 1627647"/>
              <a:gd name="connsiteY1" fmla="*/ 1273966 h 1420006"/>
              <a:gd name="connsiteX2" fmla="*/ 1621631 w 1627647"/>
              <a:gd name="connsiteY2" fmla="*/ 731041 h 1420006"/>
              <a:gd name="connsiteX3" fmla="*/ 1323974 w 1627647"/>
              <a:gd name="connsiteY3" fmla="*/ 207167 h 1420006"/>
              <a:gd name="connsiteX4" fmla="*/ 835820 w 1627647"/>
              <a:gd name="connsiteY4" fmla="*/ 0 h 1420006"/>
              <a:gd name="connsiteX5" fmla="*/ 595313 w 1627647"/>
              <a:gd name="connsiteY5" fmla="*/ 392906 h 1420006"/>
              <a:gd name="connsiteX6" fmla="*/ 923925 w 1627647"/>
              <a:gd name="connsiteY6" fmla="*/ 633411 h 1420006"/>
              <a:gd name="connsiteX7" fmla="*/ 621506 w 1627647"/>
              <a:gd name="connsiteY7" fmla="*/ 978691 h 1420006"/>
              <a:gd name="connsiteX8" fmla="*/ 0 w 1627647"/>
              <a:gd name="connsiteY8" fmla="*/ 745328 h 1420006"/>
              <a:gd name="connsiteX0" fmla="*/ 0 w 1591281"/>
              <a:gd name="connsiteY0" fmla="*/ 745328 h 1469663"/>
              <a:gd name="connsiteX1" fmla="*/ 0 w 1591281"/>
              <a:gd name="connsiteY1" fmla="*/ 1273966 h 1469663"/>
              <a:gd name="connsiteX2" fmla="*/ 1574006 w 1591281"/>
              <a:gd name="connsiteY2" fmla="*/ 928685 h 1469663"/>
              <a:gd name="connsiteX3" fmla="*/ 1323974 w 1591281"/>
              <a:gd name="connsiteY3" fmla="*/ 207167 h 1469663"/>
              <a:gd name="connsiteX4" fmla="*/ 835820 w 1591281"/>
              <a:gd name="connsiteY4" fmla="*/ 0 h 1469663"/>
              <a:gd name="connsiteX5" fmla="*/ 595313 w 1591281"/>
              <a:gd name="connsiteY5" fmla="*/ 392906 h 1469663"/>
              <a:gd name="connsiteX6" fmla="*/ 923925 w 1591281"/>
              <a:gd name="connsiteY6" fmla="*/ 633411 h 1469663"/>
              <a:gd name="connsiteX7" fmla="*/ 621506 w 1591281"/>
              <a:gd name="connsiteY7" fmla="*/ 978691 h 1469663"/>
              <a:gd name="connsiteX8" fmla="*/ 0 w 1591281"/>
              <a:gd name="connsiteY8" fmla="*/ 745328 h 1469663"/>
              <a:gd name="connsiteX0" fmla="*/ 0 w 1591281"/>
              <a:gd name="connsiteY0" fmla="*/ 745328 h 1425021"/>
              <a:gd name="connsiteX1" fmla="*/ 0 w 1591281"/>
              <a:gd name="connsiteY1" fmla="*/ 1273966 h 1425021"/>
              <a:gd name="connsiteX2" fmla="*/ 1574006 w 1591281"/>
              <a:gd name="connsiteY2" fmla="*/ 928685 h 1425021"/>
              <a:gd name="connsiteX3" fmla="*/ 1323974 w 1591281"/>
              <a:gd name="connsiteY3" fmla="*/ 207167 h 1425021"/>
              <a:gd name="connsiteX4" fmla="*/ 835820 w 1591281"/>
              <a:gd name="connsiteY4" fmla="*/ 0 h 1425021"/>
              <a:gd name="connsiteX5" fmla="*/ 595313 w 1591281"/>
              <a:gd name="connsiteY5" fmla="*/ 392906 h 1425021"/>
              <a:gd name="connsiteX6" fmla="*/ 923925 w 1591281"/>
              <a:gd name="connsiteY6" fmla="*/ 633411 h 1425021"/>
              <a:gd name="connsiteX7" fmla="*/ 621506 w 1591281"/>
              <a:gd name="connsiteY7" fmla="*/ 978691 h 1425021"/>
              <a:gd name="connsiteX8" fmla="*/ 0 w 1591281"/>
              <a:gd name="connsiteY8" fmla="*/ 745328 h 1425021"/>
              <a:gd name="connsiteX0" fmla="*/ 0 w 1622856"/>
              <a:gd name="connsiteY0" fmla="*/ 745328 h 1425021"/>
              <a:gd name="connsiteX1" fmla="*/ 0 w 1622856"/>
              <a:gd name="connsiteY1" fmla="*/ 1273966 h 1425021"/>
              <a:gd name="connsiteX2" fmla="*/ 1574006 w 1622856"/>
              <a:gd name="connsiteY2" fmla="*/ 928685 h 1425021"/>
              <a:gd name="connsiteX3" fmla="*/ 1323974 w 1622856"/>
              <a:gd name="connsiteY3" fmla="*/ 207167 h 1425021"/>
              <a:gd name="connsiteX4" fmla="*/ 835820 w 1622856"/>
              <a:gd name="connsiteY4" fmla="*/ 0 h 1425021"/>
              <a:gd name="connsiteX5" fmla="*/ 595313 w 1622856"/>
              <a:gd name="connsiteY5" fmla="*/ 392906 h 1425021"/>
              <a:gd name="connsiteX6" fmla="*/ 923925 w 1622856"/>
              <a:gd name="connsiteY6" fmla="*/ 633411 h 1425021"/>
              <a:gd name="connsiteX7" fmla="*/ 621506 w 1622856"/>
              <a:gd name="connsiteY7" fmla="*/ 978691 h 1425021"/>
              <a:gd name="connsiteX8" fmla="*/ 0 w 1622856"/>
              <a:gd name="connsiteY8" fmla="*/ 745328 h 1425021"/>
              <a:gd name="connsiteX0" fmla="*/ 0 w 1608710"/>
              <a:gd name="connsiteY0" fmla="*/ 745328 h 1425021"/>
              <a:gd name="connsiteX1" fmla="*/ 0 w 1608710"/>
              <a:gd name="connsiteY1" fmla="*/ 1273966 h 1425021"/>
              <a:gd name="connsiteX2" fmla="*/ 1574006 w 1608710"/>
              <a:gd name="connsiteY2" fmla="*/ 928685 h 1425021"/>
              <a:gd name="connsiteX3" fmla="*/ 1264443 w 1608710"/>
              <a:gd name="connsiteY3" fmla="*/ 166686 h 1425021"/>
              <a:gd name="connsiteX4" fmla="*/ 835820 w 1608710"/>
              <a:gd name="connsiteY4" fmla="*/ 0 h 1425021"/>
              <a:gd name="connsiteX5" fmla="*/ 595313 w 1608710"/>
              <a:gd name="connsiteY5" fmla="*/ 392906 h 1425021"/>
              <a:gd name="connsiteX6" fmla="*/ 923925 w 1608710"/>
              <a:gd name="connsiteY6" fmla="*/ 633411 h 1425021"/>
              <a:gd name="connsiteX7" fmla="*/ 621506 w 1608710"/>
              <a:gd name="connsiteY7" fmla="*/ 978691 h 1425021"/>
              <a:gd name="connsiteX8" fmla="*/ 0 w 1608710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595313 w 1623138"/>
              <a:gd name="connsiteY5" fmla="*/ 392906 h 1425021"/>
              <a:gd name="connsiteX6" fmla="*/ 923925 w 1623138"/>
              <a:gd name="connsiteY6" fmla="*/ 633411 h 1425021"/>
              <a:gd name="connsiteX7" fmla="*/ 621506 w 1623138"/>
              <a:gd name="connsiteY7" fmla="*/ 978691 h 1425021"/>
              <a:gd name="connsiteX8" fmla="*/ 0 w 1623138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595313 w 1623138"/>
              <a:gd name="connsiteY5" fmla="*/ 392906 h 1425021"/>
              <a:gd name="connsiteX6" fmla="*/ 923925 w 1623138"/>
              <a:gd name="connsiteY6" fmla="*/ 633411 h 1425021"/>
              <a:gd name="connsiteX7" fmla="*/ 621506 w 1623138"/>
              <a:gd name="connsiteY7" fmla="*/ 978691 h 1425021"/>
              <a:gd name="connsiteX8" fmla="*/ 0 w 1623138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709613 w 1623138"/>
              <a:gd name="connsiteY5" fmla="*/ 207169 h 1425021"/>
              <a:gd name="connsiteX6" fmla="*/ 595313 w 1623138"/>
              <a:gd name="connsiteY6" fmla="*/ 392906 h 1425021"/>
              <a:gd name="connsiteX7" fmla="*/ 923925 w 1623138"/>
              <a:gd name="connsiteY7" fmla="*/ 633411 h 1425021"/>
              <a:gd name="connsiteX8" fmla="*/ 621506 w 1623138"/>
              <a:gd name="connsiteY8" fmla="*/ 978691 h 1425021"/>
              <a:gd name="connsiteX9" fmla="*/ 0 w 1623138"/>
              <a:gd name="connsiteY9" fmla="*/ 745328 h 1425021"/>
              <a:gd name="connsiteX0" fmla="*/ 0 w 1623138"/>
              <a:gd name="connsiteY0" fmla="*/ 797716 h 1477409"/>
              <a:gd name="connsiteX1" fmla="*/ 0 w 1623138"/>
              <a:gd name="connsiteY1" fmla="*/ 1326354 h 1477409"/>
              <a:gd name="connsiteX2" fmla="*/ 1574006 w 1623138"/>
              <a:gd name="connsiteY2" fmla="*/ 981073 h 1477409"/>
              <a:gd name="connsiteX3" fmla="*/ 1264443 w 1623138"/>
              <a:gd name="connsiteY3" fmla="*/ 219074 h 1477409"/>
              <a:gd name="connsiteX4" fmla="*/ 835820 w 1623138"/>
              <a:gd name="connsiteY4" fmla="*/ 52388 h 1477409"/>
              <a:gd name="connsiteX5" fmla="*/ 421482 w 1623138"/>
              <a:gd name="connsiteY5" fmla="*/ 0 h 1477409"/>
              <a:gd name="connsiteX6" fmla="*/ 595313 w 1623138"/>
              <a:gd name="connsiteY6" fmla="*/ 445294 h 1477409"/>
              <a:gd name="connsiteX7" fmla="*/ 923925 w 1623138"/>
              <a:gd name="connsiteY7" fmla="*/ 685799 h 1477409"/>
              <a:gd name="connsiteX8" fmla="*/ 621506 w 1623138"/>
              <a:gd name="connsiteY8" fmla="*/ 1031079 h 1477409"/>
              <a:gd name="connsiteX9" fmla="*/ 0 w 1623138"/>
              <a:gd name="connsiteY9" fmla="*/ 797716 h 1477409"/>
              <a:gd name="connsiteX0" fmla="*/ 0 w 1623138"/>
              <a:gd name="connsiteY0" fmla="*/ 797716 h 1477409"/>
              <a:gd name="connsiteX1" fmla="*/ 0 w 1623138"/>
              <a:gd name="connsiteY1" fmla="*/ 1326354 h 1477409"/>
              <a:gd name="connsiteX2" fmla="*/ 1574006 w 1623138"/>
              <a:gd name="connsiteY2" fmla="*/ 981073 h 1477409"/>
              <a:gd name="connsiteX3" fmla="*/ 1264443 w 1623138"/>
              <a:gd name="connsiteY3" fmla="*/ 219074 h 1477409"/>
              <a:gd name="connsiteX4" fmla="*/ 835820 w 1623138"/>
              <a:gd name="connsiteY4" fmla="*/ 52388 h 1477409"/>
              <a:gd name="connsiteX5" fmla="*/ 654844 w 1623138"/>
              <a:gd name="connsiteY5" fmla="*/ 26194 h 1477409"/>
              <a:gd name="connsiteX6" fmla="*/ 421482 w 1623138"/>
              <a:gd name="connsiteY6" fmla="*/ 0 h 1477409"/>
              <a:gd name="connsiteX7" fmla="*/ 595313 w 1623138"/>
              <a:gd name="connsiteY7" fmla="*/ 445294 h 1477409"/>
              <a:gd name="connsiteX8" fmla="*/ 923925 w 1623138"/>
              <a:gd name="connsiteY8" fmla="*/ 685799 h 1477409"/>
              <a:gd name="connsiteX9" fmla="*/ 621506 w 1623138"/>
              <a:gd name="connsiteY9" fmla="*/ 1031079 h 1477409"/>
              <a:gd name="connsiteX10" fmla="*/ 0 w 1623138"/>
              <a:gd name="connsiteY10" fmla="*/ 797716 h 1477409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652572"/>
              <a:gd name="connsiteX1" fmla="*/ 0 w 1623138"/>
              <a:gd name="connsiteY1" fmla="*/ 1647822 h 1652572"/>
              <a:gd name="connsiteX2" fmla="*/ 1574006 w 1623138"/>
              <a:gd name="connsiteY2" fmla="*/ 1302541 h 1652572"/>
              <a:gd name="connsiteX3" fmla="*/ 1264443 w 1623138"/>
              <a:gd name="connsiteY3" fmla="*/ 540542 h 1652572"/>
              <a:gd name="connsiteX4" fmla="*/ 835820 w 1623138"/>
              <a:gd name="connsiteY4" fmla="*/ 373856 h 1652572"/>
              <a:gd name="connsiteX5" fmla="*/ 807244 w 1623138"/>
              <a:gd name="connsiteY5" fmla="*/ 0 h 1652572"/>
              <a:gd name="connsiteX6" fmla="*/ 421482 w 1623138"/>
              <a:gd name="connsiteY6" fmla="*/ 321468 h 1652572"/>
              <a:gd name="connsiteX7" fmla="*/ 595313 w 1623138"/>
              <a:gd name="connsiteY7" fmla="*/ 766762 h 1652572"/>
              <a:gd name="connsiteX8" fmla="*/ 923925 w 1623138"/>
              <a:gd name="connsiteY8" fmla="*/ 1007267 h 1652572"/>
              <a:gd name="connsiteX9" fmla="*/ 621506 w 1623138"/>
              <a:gd name="connsiteY9" fmla="*/ 1352547 h 1652572"/>
              <a:gd name="connsiteX10" fmla="*/ 0 w 1623138"/>
              <a:gd name="connsiteY10" fmla="*/ 1119184 h 1652572"/>
              <a:gd name="connsiteX0" fmla="*/ 0 w 1627271"/>
              <a:gd name="connsiteY0" fmla="*/ 1119184 h 1712926"/>
              <a:gd name="connsiteX1" fmla="*/ 0 w 1627271"/>
              <a:gd name="connsiteY1" fmla="*/ 1647822 h 1712926"/>
              <a:gd name="connsiteX2" fmla="*/ 1574006 w 1627271"/>
              <a:gd name="connsiteY2" fmla="*/ 1302541 h 1712926"/>
              <a:gd name="connsiteX3" fmla="*/ 1264443 w 1627271"/>
              <a:gd name="connsiteY3" fmla="*/ 540542 h 1712926"/>
              <a:gd name="connsiteX4" fmla="*/ 835820 w 1627271"/>
              <a:gd name="connsiteY4" fmla="*/ 373856 h 1712926"/>
              <a:gd name="connsiteX5" fmla="*/ 807244 w 1627271"/>
              <a:gd name="connsiteY5" fmla="*/ 0 h 1712926"/>
              <a:gd name="connsiteX6" fmla="*/ 421482 w 1627271"/>
              <a:gd name="connsiteY6" fmla="*/ 321468 h 1712926"/>
              <a:gd name="connsiteX7" fmla="*/ 595313 w 1627271"/>
              <a:gd name="connsiteY7" fmla="*/ 766762 h 1712926"/>
              <a:gd name="connsiteX8" fmla="*/ 923925 w 1627271"/>
              <a:gd name="connsiteY8" fmla="*/ 1007267 h 1712926"/>
              <a:gd name="connsiteX9" fmla="*/ 621506 w 1627271"/>
              <a:gd name="connsiteY9" fmla="*/ 1352547 h 1712926"/>
              <a:gd name="connsiteX10" fmla="*/ 0 w 1627271"/>
              <a:gd name="connsiteY10" fmla="*/ 1119184 h 1712926"/>
              <a:gd name="connsiteX0" fmla="*/ 0 w 1627271"/>
              <a:gd name="connsiteY0" fmla="*/ 1119184 h 1797816"/>
              <a:gd name="connsiteX1" fmla="*/ 0 w 1627271"/>
              <a:gd name="connsiteY1" fmla="*/ 1647822 h 1797816"/>
              <a:gd name="connsiteX2" fmla="*/ 1574006 w 1627271"/>
              <a:gd name="connsiteY2" fmla="*/ 1302541 h 1797816"/>
              <a:gd name="connsiteX3" fmla="*/ 1264443 w 1627271"/>
              <a:gd name="connsiteY3" fmla="*/ 540542 h 1797816"/>
              <a:gd name="connsiteX4" fmla="*/ 835820 w 1627271"/>
              <a:gd name="connsiteY4" fmla="*/ 373856 h 1797816"/>
              <a:gd name="connsiteX5" fmla="*/ 807244 w 1627271"/>
              <a:gd name="connsiteY5" fmla="*/ 0 h 1797816"/>
              <a:gd name="connsiteX6" fmla="*/ 421482 w 1627271"/>
              <a:gd name="connsiteY6" fmla="*/ 321468 h 1797816"/>
              <a:gd name="connsiteX7" fmla="*/ 595313 w 1627271"/>
              <a:gd name="connsiteY7" fmla="*/ 766762 h 1797816"/>
              <a:gd name="connsiteX8" fmla="*/ 923925 w 1627271"/>
              <a:gd name="connsiteY8" fmla="*/ 1007267 h 1797816"/>
              <a:gd name="connsiteX9" fmla="*/ 621506 w 1627271"/>
              <a:gd name="connsiteY9" fmla="*/ 1352547 h 1797816"/>
              <a:gd name="connsiteX10" fmla="*/ 0 w 1627271"/>
              <a:gd name="connsiteY10" fmla="*/ 1119184 h 1797816"/>
              <a:gd name="connsiteX0" fmla="*/ 0 w 1622231"/>
              <a:gd name="connsiteY0" fmla="*/ 1119184 h 1773253"/>
              <a:gd name="connsiteX1" fmla="*/ 0 w 1622231"/>
              <a:gd name="connsiteY1" fmla="*/ 1647822 h 1773253"/>
              <a:gd name="connsiteX2" fmla="*/ 1574006 w 1622231"/>
              <a:gd name="connsiteY2" fmla="*/ 1302541 h 1773253"/>
              <a:gd name="connsiteX3" fmla="*/ 1264443 w 1622231"/>
              <a:gd name="connsiteY3" fmla="*/ 540542 h 1773253"/>
              <a:gd name="connsiteX4" fmla="*/ 835820 w 1622231"/>
              <a:gd name="connsiteY4" fmla="*/ 373856 h 1773253"/>
              <a:gd name="connsiteX5" fmla="*/ 807244 w 1622231"/>
              <a:gd name="connsiteY5" fmla="*/ 0 h 1773253"/>
              <a:gd name="connsiteX6" fmla="*/ 421482 w 1622231"/>
              <a:gd name="connsiteY6" fmla="*/ 321468 h 1773253"/>
              <a:gd name="connsiteX7" fmla="*/ 595313 w 1622231"/>
              <a:gd name="connsiteY7" fmla="*/ 766762 h 1773253"/>
              <a:gd name="connsiteX8" fmla="*/ 923925 w 1622231"/>
              <a:gd name="connsiteY8" fmla="*/ 1007267 h 1773253"/>
              <a:gd name="connsiteX9" fmla="*/ 621506 w 1622231"/>
              <a:gd name="connsiteY9" fmla="*/ 1352547 h 1773253"/>
              <a:gd name="connsiteX10" fmla="*/ 0 w 1622231"/>
              <a:gd name="connsiteY10" fmla="*/ 1119184 h 1773253"/>
              <a:gd name="connsiteX0" fmla="*/ 0 w 1622231"/>
              <a:gd name="connsiteY0" fmla="*/ 1119184 h 1800701"/>
              <a:gd name="connsiteX1" fmla="*/ 0 w 1622231"/>
              <a:gd name="connsiteY1" fmla="*/ 1647822 h 1800701"/>
              <a:gd name="connsiteX2" fmla="*/ 1574006 w 1622231"/>
              <a:gd name="connsiteY2" fmla="*/ 1302541 h 1800701"/>
              <a:gd name="connsiteX3" fmla="*/ 1264443 w 1622231"/>
              <a:gd name="connsiteY3" fmla="*/ 540542 h 1800701"/>
              <a:gd name="connsiteX4" fmla="*/ 835820 w 1622231"/>
              <a:gd name="connsiteY4" fmla="*/ 373856 h 1800701"/>
              <a:gd name="connsiteX5" fmla="*/ 807244 w 1622231"/>
              <a:gd name="connsiteY5" fmla="*/ 0 h 1800701"/>
              <a:gd name="connsiteX6" fmla="*/ 421482 w 1622231"/>
              <a:gd name="connsiteY6" fmla="*/ 321468 h 1800701"/>
              <a:gd name="connsiteX7" fmla="*/ 595313 w 1622231"/>
              <a:gd name="connsiteY7" fmla="*/ 766762 h 1800701"/>
              <a:gd name="connsiteX8" fmla="*/ 923925 w 1622231"/>
              <a:gd name="connsiteY8" fmla="*/ 1007267 h 1800701"/>
              <a:gd name="connsiteX9" fmla="*/ 621506 w 1622231"/>
              <a:gd name="connsiteY9" fmla="*/ 1352547 h 1800701"/>
              <a:gd name="connsiteX10" fmla="*/ 0 w 1622231"/>
              <a:gd name="connsiteY10" fmla="*/ 1119184 h 1800701"/>
              <a:gd name="connsiteX0" fmla="*/ 0 w 1552023"/>
              <a:gd name="connsiteY0" fmla="*/ 1119184 h 1859749"/>
              <a:gd name="connsiteX1" fmla="*/ 0 w 1552023"/>
              <a:gd name="connsiteY1" fmla="*/ 1647822 h 1859749"/>
              <a:gd name="connsiteX2" fmla="*/ 1462087 w 1552023"/>
              <a:gd name="connsiteY2" fmla="*/ 1469229 h 1859749"/>
              <a:gd name="connsiteX3" fmla="*/ 1264443 w 1552023"/>
              <a:gd name="connsiteY3" fmla="*/ 540542 h 1859749"/>
              <a:gd name="connsiteX4" fmla="*/ 835820 w 1552023"/>
              <a:gd name="connsiteY4" fmla="*/ 373856 h 1859749"/>
              <a:gd name="connsiteX5" fmla="*/ 807244 w 1552023"/>
              <a:gd name="connsiteY5" fmla="*/ 0 h 1859749"/>
              <a:gd name="connsiteX6" fmla="*/ 421482 w 1552023"/>
              <a:gd name="connsiteY6" fmla="*/ 321468 h 1859749"/>
              <a:gd name="connsiteX7" fmla="*/ 595313 w 1552023"/>
              <a:gd name="connsiteY7" fmla="*/ 766762 h 1859749"/>
              <a:gd name="connsiteX8" fmla="*/ 923925 w 1552023"/>
              <a:gd name="connsiteY8" fmla="*/ 1007267 h 1859749"/>
              <a:gd name="connsiteX9" fmla="*/ 621506 w 1552023"/>
              <a:gd name="connsiteY9" fmla="*/ 1352547 h 1859749"/>
              <a:gd name="connsiteX10" fmla="*/ 0 w 1552023"/>
              <a:gd name="connsiteY10" fmla="*/ 1119184 h 1859749"/>
              <a:gd name="connsiteX0" fmla="*/ 0 w 1571973"/>
              <a:gd name="connsiteY0" fmla="*/ 1119184 h 1800114"/>
              <a:gd name="connsiteX1" fmla="*/ 0 w 1571973"/>
              <a:gd name="connsiteY1" fmla="*/ 1647822 h 1800114"/>
              <a:gd name="connsiteX2" fmla="*/ 1462087 w 1571973"/>
              <a:gd name="connsiteY2" fmla="*/ 1469229 h 1800114"/>
              <a:gd name="connsiteX3" fmla="*/ 1264443 w 1571973"/>
              <a:gd name="connsiteY3" fmla="*/ 540542 h 1800114"/>
              <a:gd name="connsiteX4" fmla="*/ 835820 w 1571973"/>
              <a:gd name="connsiteY4" fmla="*/ 373856 h 1800114"/>
              <a:gd name="connsiteX5" fmla="*/ 807244 w 1571973"/>
              <a:gd name="connsiteY5" fmla="*/ 0 h 1800114"/>
              <a:gd name="connsiteX6" fmla="*/ 421482 w 1571973"/>
              <a:gd name="connsiteY6" fmla="*/ 321468 h 1800114"/>
              <a:gd name="connsiteX7" fmla="*/ 595313 w 1571973"/>
              <a:gd name="connsiteY7" fmla="*/ 766762 h 1800114"/>
              <a:gd name="connsiteX8" fmla="*/ 923925 w 1571973"/>
              <a:gd name="connsiteY8" fmla="*/ 1007267 h 1800114"/>
              <a:gd name="connsiteX9" fmla="*/ 621506 w 1571973"/>
              <a:gd name="connsiteY9" fmla="*/ 1352547 h 1800114"/>
              <a:gd name="connsiteX10" fmla="*/ 0 w 1571973"/>
              <a:gd name="connsiteY10" fmla="*/ 1119184 h 1800114"/>
              <a:gd name="connsiteX0" fmla="*/ 0 w 1620477"/>
              <a:gd name="connsiteY0" fmla="*/ 1119184 h 1800815"/>
              <a:gd name="connsiteX1" fmla="*/ 0 w 1620477"/>
              <a:gd name="connsiteY1" fmla="*/ 1647822 h 1800815"/>
              <a:gd name="connsiteX2" fmla="*/ 1462087 w 1620477"/>
              <a:gd name="connsiteY2" fmla="*/ 1469229 h 1800815"/>
              <a:gd name="connsiteX3" fmla="*/ 1264443 w 1620477"/>
              <a:gd name="connsiteY3" fmla="*/ 540542 h 1800815"/>
              <a:gd name="connsiteX4" fmla="*/ 835820 w 1620477"/>
              <a:gd name="connsiteY4" fmla="*/ 373856 h 1800815"/>
              <a:gd name="connsiteX5" fmla="*/ 807244 w 1620477"/>
              <a:gd name="connsiteY5" fmla="*/ 0 h 1800815"/>
              <a:gd name="connsiteX6" fmla="*/ 421482 w 1620477"/>
              <a:gd name="connsiteY6" fmla="*/ 321468 h 1800815"/>
              <a:gd name="connsiteX7" fmla="*/ 595313 w 1620477"/>
              <a:gd name="connsiteY7" fmla="*/ 766762 h 1800815"/>
              <a:gd name="connsiteX8" fmla="*/ 923925 w 1620477"/>
              <a:gd name="connsiteY8" fmla="*/ 1007267 h 1800815"/>
              <a:gd name="connsiteX9" fmla="*/ 621506 w 1620477"/>
              <a:gd name="connsiteY9" fmla="*/ 1352547 h 1800815"/>
              <a:gd name="connsiteX10" fmla="*/ 0 w 1620477"/>
              <a:gd name="connsiteY10" fmla="*/ 1119184 h 1800815"/>
              <a:gd name="connsiteX0" fmla="*/ 0 w 1629436"/>
              <a:gd name="connsiteY0" fmla="*/ 1119184 h 1799377"/>
              <a:gd name="connsiteX1" fmla="*/ 0 w 1629436"/>
              <a:gd name="connsiteY1" fmla="*/ 1647822 h 1799377"/>
              <a:gd name="connsiteX2" fmla="*/ 1476374 w 1629436"/>
              <a:gd name="connsiteY2" fmla="*/ 1464467 h 1799377"/>
              <a:gd name="connsiteX3" fmla="*/ 1264443 w 1629436"/>
              <a:gd name="connsiteY3" fmla="*/ 540542 h 1799377"/>
              <a:gd name="connsiteX4" fmla="*/ 835820 w 1629436"/>
              <a:gd name="connsiteY4" fmla="*/ 373856 h 1799377"/>
              <a:gd name="connsiteX5" fmla="*/ 807244 w 1629436"/>
              <a:gd name="connsiteY5" fmla="*/ 0 h 1799377"/>
              <a:gd name="connsiteX6" fmla="*/ 421482 w 1629436"/>
              <a:gd name="connsiteY6" fmla="*/ 321468 h 1799377"/>
              <a:gd name="connsiteX7" fmla="*/ 595313 w 1629436"/>
              <a:gd name="connsiteY7" fmla="*/ 766762 h 1799377"/>
              <a:gd name="connsiteX8" fmla="*/ 923925 w 1629436"/>
              <a:gd name="connsiteY8" fmla="*/ 1007267 h 1799377"/>
              <a:gd name="connsiteX9" fmla="*/ 621506 w 1629436"/>
              <a:gd name="connsiteY9" fmla="*/ 1352547 h 1799377"/>
              <a:gd name="connsiteX10" fmla="*/ 0 w 1629436"/>
              <a:gd name="connsiteY10" fmla="*/ 1119184 h 1799377"/>
              <a:gd name="connsiteX0" fmla="*/ 0 w 1606110"/>
              <a:gd name="connsiteY0" fmla="*/ 1119184 h 1796213"/>
              <a:gd name="connsiteX1" fmla="*/ 0 w 1606110"/>
              <a:gd name="connsiteY1" fmla="*/ 1647822 h 1796213"/>
              <a:gd name="connsiteX2" fmla="*/ 1476374 w 1606110"/>
              <a:gd name="connsiteY2" fmla="*/ 1464467 h 1796213"/>
              <a:gd name="connsiteX3" fmla="*/ 1264443 w 1606110"/>
              <a:gd name="connsiteY3" fmla="*/ 540542 h 1796213"/>
              <a:gd name="connsiteX4" fmla="*/ 835820 w 1606110"/>
              <a:gd name="connsiteY4" fmla="*/ 373856 h 1796213"/>
              <a:gd name="connsiteX5" fmla="*/ 807244 w 1606110"/>
              <a:gd name="connsiteY5" fmla="*/ 0 h 1796213"/>
              <a:gd name="connsiteX6" fmla="*/ 421482 w 1606110"/>
              <a:gd name="connsiteY6" fmla="*/ 321468 h 1796213"/>
              <a:gd name="connsiteX7" fmla="*/ 595313 w 1606110"/>
              <a:gd name="connsiteY7" fmla="*/ 766762 h 1796213"/>
              <a:gd name="connsiteX8" fmla="*/ 923925 w 1606110"/>
              <a:gd name="connsiteY8" fmla="*/ 1007267 h 1796213"/>
              <a:gd name="connsiteX9" fmla="*/ 621506 w 1606110"/>
              <a:gd name="connsiteY9" fmla="*/ 1352547 h 1796213"/>
              <a:gd name="connsiteX10" fmla="*/ 0 w 1606110"/>
              <a:gd name="connsiteY10" fmla="*/ 1119184 h 1796213"/>
              <a:gd name="connsiteX0" fmla="*/ 0 w 1625337"/>
              <a:gd name="connsiteY0" fmla="*/ 1119184 h 1796213"/>
              <a:gd name="connsiteX1" fmla="*/ 0 w 1625337"/>
              <a:gd name="connsiteY1" fmla="*/ 1647822 h 1796213"/>
              <a:gd name="connsiteX2" fmla="*/ 1476374 w 1625337"/>
              <a:gd name="connsiteY2" fmla="*/ 1464467 h 1796213"/>
              <a:gd name="connsiteX3" fmla="*/ 1264443 w 1625337"/>
              <a:gd name="connsiteY3" fmla="*/ 540542 h 1796213"/>
              <a:gd name="connsiteX4" fmla="*/ 835820 w 1625337"/>
              <a:gd name="connsiteY4" fmla="*/ 373856 h 1796213"/>
              <a:gd name="connsiteX5" fmla="*/ 807244 w 1625337"/>
              <a:gd name="connsiteY5" fmla="*/ 0 h 1796213"/>
              <a:gd name="connsiteX6" fmla="*/ 421482 w 1625337"/>
              <a:gd name="connsiteY6" fmla="*/ 321468 h 1796213"/>
              <a:gd name="connsiteX7" fmla="*/ 595313 w 1625337"/>
              <a:gd name="connsiteY7" fmla="*/ 766762 h 1796213"/>
              <a:gd name="connsiteX8" fmla="*/ 923925 w 1625337"/>
              <a:gd name="connsiteY8" fmla="*/ 1007267 h 1796213"/>
              <a:gd name="connsiteX9" fmla="*/ 621506 w 1625337"/>
              <a:gd name="connsiteY9" fmla="*/ 1352547 h 1796213"/>
              <a:gd name="connsiteX10" fmla="*/ 0 w 1625337"/>
              <a:gd name="connsiteY10" fmla="*/ 1119184 h 1796213"/>
              <a:gd name="connsiteX0" fmla="*/ 0 w 1625337"/>
              <a:gd name="connsiteY0" fmla="*/ 1119184 h 1803595"/>
              <a:gd name="connsiteX1" fmla="*/ 0 w 1625337"/>
              <a:gd name="connsiteY1" fmla="*/ 1647822 h 1803595"/>
              <a:gd name="connsiteX2" fmla="*/ 1476374 w 1625337"/>
              <a:gd name="connsiteY2" fmla="*/ 1464467 h 1803595"/>
              <a:gd name="connsiteX3" fmla="*/ 1264443 w 1625337"/>
              <a:gd name="connsiteY3" fmla="*/ 540542 h 1803595"/>
              <a:gd name="connsiteX4" fmla="*/ 835820 w 1625337"/>
              <a:gd name="connsiteY4" fmla="*/ 373856 h 1803595"/>
              <a:gd name="connsiteX5" fmla="*/ 807244 w 1625337"/>
              <a:gd name="connsiteY5" fmla="*/ 0 h 1803595"/>
              <a:gd name="connsiteX6" fmla="*/ 421482 w 1625337"/>
              <a:gd name="connsiteY6" fmla="*/ 321468 h 1803595"/>
              <a:gd name="connsiteX7" fmla="*/ 595313 w 1625337"/>
              <a:gd name="connsiteY7" fmla="*/ 766762 h 1803595"/>
              <a:gd name="connsiteX8" fmla="*/ 923925 w 1625337"/>
              <a:gd name="connsiteY8" fmla="*/ 1007267 h 1803595"/>
              <a:gd name="connsiteX9" fmla="*/ 621506 w 1625337"/>
              <a:gd name="connsiteY9" fmla="*/ 1352547 h 1803595"/>
              <a:gd name="connsiteX10" fmla="*/ 0 w 1625337"/>
              <a:gd name="connsiteY10" fmla="*/ 1119184 h 1803595"/>
              <a:gd name="connsiteX0" fmla="*/ 0 w 1625337"/>
              <a:gd name="connsiteY0" fmla="*/ 1119184 h 1799376"/>
              <a:gd name="connsiteX1" fmla="*/ 0 w 1625337"/>
              <a:gd name="connsiteY1" fmla="*/ 1647822 h 1799376"/>
              <a:gd name="connsiteX2" fmla="*/ 1476374 w 1625337"/>
              <a:gd name="connsiteY2" fmla="*/ 1464467 h 1799376"/>
              <a:gd name="connsiteX3" fmla="*/ 1264443 w 1625337"/>
              <a:gd name="connsiteY3" fmla="*/ 540542 h 1799376"/>
              <a:gd name="connsiteX4" fmla="*/ 835820 w 1625337"/>
              <a:gd name="connsiteY4" fmla="*/ 373856 h 1799376"/>
              <a:gd name="connsiteX5" fmla="*/ 807244 w 1625337"/>
              <a:gd name="connsiteY5" fmla="*/ 0 h 1799376"/>
              <a:gd name="connsiteX6" fmla="*/ 421482 w 1625337"/>
              <a:gd name="connsiteY6" fmla="*/ 321468 h 1799376"/>
              <a:gd name="connsiteX7" fmla="*/ 595313 w 1625337"/>
              <a:gd name="connsiteY7" fmla="*/ 766762 h 1799376"/>
              <a:gd name="connsiteX8" fmla="*/ 923925 w 1625337"/>
              <a:gd name="connsiteY8" fmla="*/ 1007267 h 1799376"/>
              <a:gd name="connsiteX9" fmla="*/ 621506 w 1625337"/>
              <a:gd name="connsiteY9" fmla="*/ 1352547 h 1799376"/>
              <a:gd name="connsiteX10" fmla="*/ 0 w 1625337"/>
              <a:gd name="connsiteY10" fmla="*/ 1119184 h 1799376"/>
              <a:gd name="connsiteX0" fmla="*/ 0 w 1635914"/>
              <a:gd name="connsiteY0" fmla="*/ 1119184 h 1799376"/>
              <a:gd name="connsiteX1" fmla="*/ 0 w 1635914"/>
              <a:gd name="connsiteY1" fmla="*/ 1647822 h 1799376"/>
              <a:gd name="connsiteX2" fmla="*/ 1476374 w 1635914"/>
              <a:gd name="connsiteY2" fmla="*/ 1464467 h 1799376"/>
              <a:gd name="connsiteX3" fmla="*/ 1264443 w 1635914"/>
              <a:gd name="connsiteY3" fmla="*/ 540542 h 1799376"/>
              <a:gd name="connsiteX4" fmla="*/ 835820 w 1635914"/>
              <a:gd name="connsiteY4" fmla="*/ 373856 h 1799376"/>
              <a:gd name="connsiteX5" fmla="*/ 807244 w 1635914"/>
              <a:gd name="connsiteY5" fmla="*/ 0 h 1799376"/>
              <a:gd name="connsiteX6" fmla="*/ 421482 w 1635914"/>
              <a:gd name="connsiteY6" fmla="*/ 321468 h 1799376"/>
              <a:gd name="connsiteX7" fmla="*/ 595313 w 1635914"/>
              <a:gd name="connsiteY7" fmla="*/ 766762 h 1799376"/>
              <a:gd name="connsiteX8" fmla="*/ 923925 w 1635914"/>
              <a:gd name="connsiteY8" fmla="*/ 1007267 h 1799376"/>
              <a:gd name="connsiteX9" fmla="*/ 621506 w 1635914"/>
              <a:gd name="connsiteY9" fmla="*/ 1352547 h 1799376"/>
              <a:gd name="connsiteX10" fmla="*/ 0 w 1635914"/>
              <a:gd name="connsiteY10" fmla="*/ 1119184 h 1799376"/>
              <a:gd name="connsiteX0" fmla="*/ 0 w 1720482"/>
              <a:gd name="connsiteY0" fmla="*/ 1119184 h 1772537"/>
              <a:gd name="connsiteX1" fmla="*/ 0 w 1720482"/>
              <a:gd name="connsiteY1" fmla="*/ 1647822 h 1772537"/>
              <a:gd name="connsiteX2" fmla="*/ 1476374 w 1720482"/>
              <a:gd name="connsiteY2" fmla="*/ 1464467 h 1772537"/>
              <a:gd name="connsiteX3" fmla="*/ 1397793 w 1720482"/>
              <a:gd name="connsiteY3" fmla="*/ 626267 h 1772537"/>
              <a:gd name="connsiteX4" fmla="*/ 835820 w 1720482"/>
              <a:gd name="connsiteY4" fmla="*/ 373856 h 1772537"/>
              <a:gd name="connsiteX5" fmla="*/ 807244 w 1720482"/>
              <a:gd name="connsiteY5" fmla="*/ 0 h 1772537"/>
              <a:gd name="connsiteX6" fmla="*/ 421482 w 1720482"/>
              <a:gd name="connsiteY6" fmla="*/ 321468 h 1772537"/>
              <a:gd name="connsiteX7" fmla="*/ 595313 w 1720482"/>
              <a:gd name="connsiteY7" fmla="*/ 766762 h 1772537"/>
              <a:gd name="connsiteX8" fmla="*/ 923925 w 1720482"/>
              <a:gd name="connsiteY8" fmla="*/ 1007267 h 1772537"/>
              <a:gd name="connsiteX9" fmla="*/ 621506 w 1720482"/>
              <a:gd name="connsiteY9" fmla="*/ 1352547 h 1772537"/>
              <a:gd name="connsiteX10" fmla="*/ 0 w 1720482"/>
              <a:gd name="connsiteY10" fmla="*/ 1119184 h 1772537"/>
              <a:gd name="connsiteX0" fmla="*/ 0 w 1630664"/>
              <a:gd name="connsiteY0" fmla="*/ 1119184 h 1772537"/>
              <a:gd name="connsiteX1" fmla="*/ 0 w 1630664"/>
              <a:gd name="connsiteY1" fmla="*/ 1647822 h 1772537"/>
              <a:gd name="connsiteX2" fmla="*/ 1476374 w 1630664"/>
              <a:gd name="connsiteY2" fmla="*/ 1464467 h 1772537"/>
              <a:gd name="connsiteX3" fmla="*/ 1397793 w 1630664"/>
              <a:gd name="connsiteY3" fmla="*/ 626267 h 1772537"/>
              <a:gd name="connsiteX4" fmla="*/ 835820 w 1630664"/>
              <a:gd name="connsiteY4" fmla="*/ 373856 h 1772537"/>
              <a:gd name="connsiteX5" fmla="*/ 807244 w 1630664"/>
              <a:gd name="connsiteY5" fmla="*/ 0 h 1772537"/>
              <a:gd name="connsiteX6" fmla="*/ 421482 w 1630664"/>
              <a:gd name="connsiteY6" fmla="*/ 321468 h 1772537"/>
              <a:gd name="connsiteX7" fmla="*/ 595313 w 1630664"/>
              <a:gd name="connsiteY7" fmla="*/ 766762 h 1772537"/>
              <a:gd name="connsiteX8" fmla="*/ 923925 w 1630664"/>
              <a:gd name="connsiteY8" fmla="*/ 1007267 h 1772537"/>
              <a:gd name="connsiteX9" fmla="*/ 621506 w 1630664"/>
              <a:gd name="connsiteY9" fmla="*/ 1352547 h 1772537"/>
              <a:gd name="connsiteX10" fmla="*/ 0 w 1630664"/>
              <a:gd name="connsiteY10" fmla="*/ 1119184 h 1772537"/>
              <a:gd name="connsiteX0" fmla="*/ 0 w 1615856"/>
              <a:gd name="connsiteY0" fmla="*/ 1119184 h 1800557"/>
              <a:gd name="connsiteX1" fmla="*/ 0 w 1615856"/>
              <a:gd name="connsiteY1" fmla="*/ 1647822 h 1800557"/>
              <a:gd name="connsiteX2" fmla="*/ 1476374 w 1615856"/>
              <a:gd name="connsiteY2" fmla="*/ 1464467 h 1800557"/>
              <a:gd name="connsiteX3" fmla="*/ 1397793 w 1615856"/>
              <a:gd name="connsiteY3" fmla="*/ 626267 h 1800557"/>
              <a:gd name="connsiteX4" fmla="*/ 835820 w 1615856"/>
              <a:gd name="connsiteY4" fmla="*/ 373856 h 1800557"/>
              <a:gd name="connsiteX5" fmla="*/ 807244 w 1615856"/>
              <a:gd name="connsiteY5" fmla="*/ 0 h 1800557"/>
              <a:gd name="connsiteX6" fmla="*/ 421482 w 1615856"/>
              <a:gd name="connsiteY6" fmla="*/ 321468 h 1800557"/>
              <a:gd name="connsiteX7" fmla="*/ 595313 w 1615856"/>
              <a:gd name="connsiteY7" fmla="*/ 766762 h 1800557"/>
              <a:gd name="connsiteX8" fmla="*/ 923925 w 1615856"/>
              <a:gd name="connsiteY8" fmla="*/ 1007267 h 1800557"/>
              <a:gd name="connsiteX9" fmla="*/ 621506 w 1615856"/>
              <a:gd name="connsiteY9" fmla="*/ 1352547 h 1800557"/>
              <a:gd name="connsiteX10" fmla="*/ 0 w 1615856"/>
              <a:gd name="connsiteY10" fmla="*/ 1119184 h 1800557"/>
              <a:gd name="connsiteX0" fmla="*/ 0 w 1626496"/>
              <a:gd name="connsiteY0" fmla="*/ 1119184 h 1800277"/>
              <a:gd name="connsiteX1" fmla="*/ 0 w 1626496"/>
              <a:gd name="connsiteY1" fmla="*/ 1647822 h 1800277"/>
              <a:gd name="connsiteX2" fmla="*/ 1476374 w 1626496"/>
              <a:gd name="connsiteY2" fmla="*/ 1464467 h 1800277"/>
              <a:gd name="connsiteX3" fmla="*/ 1397793 w 1626496"/>
              <a:gd name="connsiteY3" fmla="*/ 626267 h 1800277"/>
              <a:gd name="connsiteX4" fmla="*/ 835820 w 1626496"/>
              <a:gd name="connsiteY4" fmla="*/ 373856 h 1800277"/>
              <a:gd name="connsiteX5" fmla="*/ 807244 w 1626496"/>
              <a:gd name="connsiteY5" fmla="*/ 0 h 1800277"/>
              <a:gd name="connsiteX6" fmla="*/ 421482 w 1626496"/>
              <a:gd name="connsiteY6" fmla="*/ 321468 h 1800277"/>
              <a:gd name="connsiteX7" fmla="*/ 595313 w 1626496"/>
              <a:gd name="connsiteY7" fmla="*/ 766762 h 1800277"/>
              <a:gd name="connsiteX8" fmla="*/ 923925 w 1626496"/>
              <a:gd name="connsiteY8" fmla="*/ 1007267 h 1800277"/>
              <a:gd name="connsiteX9" fmla="*/ 621506 w 1626496"/>
              <a:gd name="connsiteY9" fmla="*/ 1352547 h 1800277"/>
              <a:gd name="connsiteX10" fmla="*/ 0 w 1626496"/>
              <a:gd name="connsiteY10" fmla="*/ 1119184 h 1800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496" h="1800277">
                <a:moveTo>
                  <a:pt x="0" y="1119184"/>
                </a:moveTo>
                <a:lnTo>
                  <a:pt x="0" y="1647822"/>
                </a:lnTo>
                <a:cubicBezTo>
                  <a:pt x="686196" y="1947462"/>
                  <a:pt x="1196953" y="1762179"/>
                  <a:pt x="1476374" y="1464467"/>
                </a:cubicBezTo>
                <a:cubicBezTo>
                  <a:pt x="1699180" y="1227076"/>
                  <a:pt x="1674781" y="817990"/>
                  <a:pt x="1397793" y="626267"/>
                </a:cubicBezTo>
                <a:cubicBezTo>
                  <a:pt x="1228944" y="509394"/>
                  <a:pt x="1023144" y="457993"/>
                  <a:pt x="835820" y="373856"/>
                </a:cubicBezTo>
                <a:cubicBezTo>
                  <a:pt x="676275" y="325437"/>
                  <a:pt x="542926" y="112711"/>
                  <a:pt x="807244" y="0"/>
                </a:cubicBezTo>
                <a:cubicBezTo>
                  <a:pt x="507207" y="50006"/>
                  <a:pt x="440530" y="235745"/>
                  <a:pt x="421482" y="321468"/>
                </a:cubicBezTo>
                <a:cubicBezTo>
                  <a:pt x="362745" y="574674"/>
                  <a:pt x="546894" y="723107"/>
                  <a:pt x="595313" y="766762"/>
                </a:cubicBezTo>
                <a:cubicBezTo>
                  <a:pt x="664369" y="835024"/>
                  <a:pt x="857250" y="884236"/>
                  <a:pt x="923925" y="1007267"/>
                </a:cubicBezTo>
                <a:cubicBezTo>
                  <a:pt x="992188" y="1158079"/>
                  <a:pt x="883541" y="1334500"/>
                  <a:pt x="621506" y="1352547"/>
                </a:cubicBezTo>
                <a:cubicBezTo>
                  <a:pt x="455755" y="1363963"/>
                  <a:pt x="205977" y="1265235"/>
                  <a:pt x="0" y="1119184"/>
                </a:cubicBezTo>
                <a:close/>
              </a:path>
            </a:pathLst>
          </a:custGeom>
          <a:solidFill>
            <a:srgbClr val="0F238C"/>
          </a:solidFill>
          <a:ln w="12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2" name="Freeform 31"/>
          <p:cNvSpPr/>
          <p:nvPr userDrawn="1"/>
        </p:nvSpPr>
        <p:spPr>
          <a:xfrm>
            <a:off x="9713139" y="1798273"/>
            <a:ext cx="387160" cy="224217"/>
          </a:xfrm>
          <a:custGeom>
            <a:avLst/>
            <a:gdLst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13690"/>
              <a:gd name="connsiteY0" fmla="*/ 635794 h 788194"/>
              <a:gd name="connsiteX1" fmla="*/ 1402556 w 1413690"/>
              <a:gd name="connsiteY1" fmla="*/ 64294 h 788194"/>
              <a:gd name="connsiteX2" fmla="*/ 547687 w 1413690"/>
              <a:gd name="connsiteY2" fmla="*/ 0 h 788194"/>
              <a:gd name="connsiteX3" fmla="*/ 14287 w 1413690"/>
              <a:gd name="connsiteY3" fmla="*/ 469106 h 788194"/>
              <a:gd name="connsiteX4" fmla="*/ 0 w 1413690"/>
              <a:gd name="connsiteY4" fmla="*/ 788194 h 788194"/>
              <a:gd name="connsiteX5" fmla="*/ 283368 w 1413690"/>
              <a:gd name="connsiteY5" fmla="*/ 438150 h 788194"/>
              <a:gd name="connsiteX6" fmla="*/ 821531 w 1413690"/>
              <a:gd name="connsiteY6" fmla="*/ 371475 h 788194"/>
              <a:gd name="connsiteX7" fmla="*/ 1404937 w 1413690"/>
              <a:gd name="connsiteY7" fmla="*/ 635794 h 788194"/>
              <a:gd name="connsiteX0" fmla="*/ 1404937 w 1417413"/>
              <a:gd name="connsiteY0" fmla="*/ 635794 h 788194"/>
              <a:gd name="connsiteX1" fmla="*/ 1402556 w 1417413"/>
              <a:gd name="connsiteY1" fmla="*/ 64294 h 788194"/>
              <a:gd name="connsiteX2" fmla="*/ 547687 w 1417413"/>
              <a:gd name="connsiteY2" fmla="*/ 0 h 788194"/>
              <a:gd name="connsiteX3" fmla="*/ 14287 w 1417413"/>
              <a:gd name="connsiteY3" fmla="*/ 469106 h 788194"/>
              <a:gd name="connsiteX4" fmla="*/ 0 w 1417413"/>
              <a:gd name="connsiteY4" fmla="*/ 788194 h 788194"/>
              <a:gd name="connsiteX5" fmla="*/ 283368 w 1417413"/>
              <a:gd name="connsiteY5" fmla="*/ 438150 h 788194"/>
              <a:gd name="connsiteX6" fmla="*/ 821531 w 1417413"/>
              <a:gd name="connsiteY6" fmla="*/ 371475 h 788194"/>
              <a:gd name="connsiteX7" fmla="*/ 1404937 w 1417413"/>
              <a:gd name="connsiteY7" fmla="*/ 635794 h 788194"/>
              <a:gd name="connsiteX0" fmla="*/ 1404937 w 1417413"/>
              <a:gd name="connsiteY0" fmla="*/ 636458 h 788858"/>
              <a:gd name="connsiteX1" fmla="*/ 1402556 w 1417413"/>
              <a:gd name="connsiteY1" fmla="*/ 64958 h 788858"/>
              <a:gd name="connsiteX2" fmla="*/ 547687 w 1417413"/>
              <a:gd name="connsiteY2" fmla="*/ 664 h 788858"/>
              <a:gd name="connsiteX3" fmla="*/ 14287 w 1417413"/>
              <a:gd name="connsiteY3" fmla="*/ 469770 h 788858"/>
              <a:gd name="connsiteX4" fmla="*/ 0 w 1417413"/>
              <a:gd name="connsiteY4" fmla="*/ 788858 h 788858"/>
              <a:gd name="connsiteX5" fmla="*/ 283368 w 1417413"/>
              <a:gd name="connsiteY5" fmla="*/ 438814 h 788858"/>
              <a:gd name="connsiteX6" fmla="*/ 821531 w 1417413"/>
              <a:gd name="connsiteY6" fmla="*/ 372139 h 788858"/>
              <a:gd name="connsiteX7" fmla="*/ 1404937 w 1417413"/>
              <a:gd name="connsiteY7" fmla="*/ 636458 h 788858"/>
              <a:gd name="connsiteX0" fmla="*/ 1404937 w 1417413"/>
              <a:gd name="connsiteY0" fmla="*/ 659983 h 812383"/>
              <a:gd name="connsiteX1" fmla="*/ 1402556 w 1417413"/>
              <a:gd name="connsiteY1" fmla="*/ 88483 h 812383"/>
              <a:gd name="connsiteX2" fmla="*/ 547687 w 1417413"/>
              <a:gd name="connsiteY2" fmla="*/ 24189 h 812383"/>
              <a:gd name="connsiteX3" fmla="*/ 14287 w 1417413"/>
              <a:gd name="connsiteY3" fmla="*/ 493295 h 812383"/>
              <a:gd name="connsiteX4" fmla="*/ 0 w 1417413"/>
              <a:gd name="connsiteY4" fmla="*/ 812383 h 812383"/>
              <a:gd name="connsiteX5" fmla="*/ 283368 w 1417413"/>
              <a:gd name="connsiteY5" fmla="*/ 462339 h 812383"/>
              <a:gd name="connsiteX6" fmla="*/ 821531 w 1417413"/>
              <a:gd name="connsiteY6" fmla="*/ 395664 h 812383"/>
              <a:gd name="connsiteX7" fmla="*/ 1404937 w 1417413"/>
              <a:gd name="connsiteY7" fmla="*/ 659983 h 812383"/>
              <a:gd name="connsiteX0" fmla="*/ 1404937 w 1417413"/>
              <a:gd name="connsiteY0" fmla="*/ 674932 h 827332"/>
              <a:gd name="connsiteX1" fmla="*/ 1402556 w 1417413"/>
              <a:gd name="connsiteY1" fmla="*/ 103432 h 827332"/>
              <a:gd name="connsiteX2" fmla="*/ 547687 w 1417413"/>
              <a:gd name="connsiteY2" fmla="*/ 39138 h 827332"/>
              <a:gd name="connsiteX3" fmla="*/ 14287 w 1417413"/>
              <a:gd name="connsiteY3" fmla="*/ 508244 h 827332"/>
              <a:gd name="connsiteX4" fmla="*/ 0 w 1417413"/>
              <a:gd name="connsiteY4" fmla="*/ 827332 h 827332"/>
              <a:gd name="connsiteX5" fmla="*/ 283368 w 1417413"/>
              <a:gd name="connsiteY5" fmla="*/ 477288 h 827332"/>
              <a:gd name="connsiteX6" fmla="*/ 821531 w 1417413"/>
              <a:gd name="connsiteY6" fmla="*/ 410613 h 827332"/>
              <a:gd name="connsiteX7" fmla="*/ 1404937 w 1417413"/>
              <a:gd name="connsiteY7" fmla="*/ 674932 h 827332"/>
              <a:gd name="connsiteX0" fmla="*/ 1404937 w 1417413"/>
              <a:gd name="connsiteY0" fmla="*/ 674932 h 827332"/>
              <a:gd name="connsiteX1" fmla="*/ 1402556 w 1417413"/>
              <a:gd name="connsiteY1" fmla="*/ 103432 h 827332"/>
              <a:gd name="connsiteX2" fmla="*/ 547687 w 1417413"/>
              <a:gd name="connsiteY2" fmla="*/ 39138 h 827332"/>
              <a:gd name="connsiteX3" fmla="*/ 14287 w 1417413"/>
              <a:gd name="connsiteY3" fmla="*/ 508244 h 827332"/>
              <a:gd name="connsiteX4" fmla="*/ 0 w 1417413"/>
              <a:gd name="connsiteY4" fmla="*/ 827332 h 827332"/>
              <a:gd name="connsiteX5" fmla="*/ 283368 w 1417413"/>
              <a:gd name="connsiteY5" fmla="*/ 477288 h 827332"/>
              <a:gd name="connsiteX6" fmla="*/ 821531 w 1417413"/>
              <a:gd name="connsiteY6" fmla="*/ 410613 h 827332"/>
              <a:gd name="connsiteX7" fmla="*/ 1404937 w 1417413"/>
              <a:gd name="connsiteY7" fmla="*/ 674932 h 827332"/>
              <a:gd name="connsiteX0" fmla="*/ 1406804 w 1419280"/>
              <a:gd name="connsiteY0" fmla="*/ 674932 h 827332"/>
              <a:gd name="connsiteX1" fmla="*/ 1404423 w 1419280"/>
              <a:gd name="connsiteY1" fmla="*/ 103432 h 827332"/>
              <a:gd name="connsiteX2" fmla="*/ 549554 w 1419280"/>
              <a:gd name="connsiteY2" fmla="*/ 39138 h 827332"/>
              <a:gd name="connsiteX3" fmla="*/ 16154 w 1419280"/>
              <a:gd name="connsiteY3" fmla="*/ 508244 h 827332"/>
              <a:gd name="connsiteX4" fmla="*/ 1867 w 1419280"/>
              <a:gd name="connsiteY4" fmla="*/ 827332 h 827332"/>
              <a:gd name="connsiteX5" fmla="*/ 285235 w 1419280"/>
              <a:gd name="connsiteY5" fmla="*/ 477288 h 827332"/>
              <a:gd name="connsiteX6" fmla="*/ 823398 w 1419280"/>
              <a:gd name="connsiteY6" fmla="*/ 410613 h 827332"/>
              <a:gd name="connsiteX7" fmla="*/ 1406804 w 1419280"/>
              <a:gd name="connsiteY7" fmla="*/ 674932 h 827332"/>
              <a:gd name="connsiteX0" fmla="*/ 1409119 w 1421595"/>
              <a:gd name="connsiteY0" fmla="*/ 674932 h 827332"/>
              <a:gd name="connsiteX1" fmla="*/ 1406738 w 1421595"/>
              <a:gd name="connsiteY1" fmla="*/ 103432 h 827332"/>
              <a:gd name="connsiteX2" fmla="*/ 551869 w 1421595"/>
              <a:gd name="connsiteY2" fmla="*/ 39138 h 827332"/>
              <a:gd name="connsiteX3" fmla="*/ 18469 w 1421595"/>
              <a:gd name="connsiteY3" fmla="*/ 508244 h 827332"/>
              <a:gd name="connsiteX4" fmla="*/ 4182 w 1421595"/>
              <a:gd name="connsiteY4" fmla="*/ 827332 h 827332"/>
              <a:gd name="connsiteX5" fmla="*/ 287550 w 1421595"/>
              <a:gd name="connsiteY5" fmla="*/ 477288 h 827332"/>
              <a:gd name="connsiteX6" fmla="*/ 825713 w 1421595"/>
              <a:gd name="connsiteY6" fmla="*/ 410613 h 827332"/>
              <a:gd name="connsiteX7" fmla="*/ 1409119 w 1421595"/>
              <a:gd name="connsiteY7" fmla="*/ 674932 h 827332"/>
              <a:gd name="connsiteX0" fmla="*/ 1417088 w 1429564"/>
              <a:gd name="connsiteY0" fmla="*/ 674932 h 827332"/>
              <a:gd name="connsiteX1" fmla="*/ 1414707 w 1429564"/>
              <a:gd name="connsiteY1" fmla="*/ 103432 h 827332"/>
              <a:gd name="connsiteX2" fmla="*/ 559838 w 1429564"/>
              <a:gd name="connsiteY2" fmla="*/ 39138 h 827332"/>
              <a:gd name="connsiteX3" fmla="*/ 26438 w 1429564"/>
              <a:gd name="connsiteY3" fmla="*/ 508244 h 827332"/>
              <a:gd name="connsiteX4" fmla="*/ 12151 w 1429564"/>
              <a:gd name="connsiteY4" fmla="*/ 827332 h 827332"/>
              <a:gd name="connsiteX5" fmla="*/ 295519 w 1429564"/>
              <a:gd name="connsiteY5" fmla="*/ 477288 h 827332"/>
              <a:gd name="connsiteX6" fmla="*/ 833682 w 1429564"/>
              <a:gd name="connsiteY6" fmla="*/ 410613 h 827332"/>
              <a:gd name="connsiteX7" fmla="*/ 1417088 w 1429564"/>
              <a:gd name="connsiteY7" fmla="*/ 674932 h 827332"/>
              <a:gd name="connsiteX0" fmla="*/ 1417088 w 1429564"/>
              <a:gd name="connsiteY0" fmla="*/ 674932 h 827332"/>
              <a:gd name="connsiteX1" fmla="*/ 1414707 w 1429564"/>
              <a:gd name="connsiteY1" fmla="*/ 103432 h 827332"/>
              <a:gd name="connsiteX2" fmla="*/ 559838 w 1429564"/>
              <a:gd name="connsiteY2" fmla="*/ 39138 h 827332"/>
              <a:gd name="connsiteX3" fmla="*/ 26438 w 1429564"/>
              <a:gd name="connsiteY3" fmla="*/ 508244 h 827332"/>
              <a:gd name="connsiteX4" fmla="*/ 12151 w 1429564"/>
              <a:gd name="connsiteY4" fmla="*/ 827332 h 827332"/>
              <a:gd name="connsiteX5" fmla="*/ 295519 w 1429564"/>
              <a:gd name="connsiteY5" fmla="*/ 477288 h 827332"/>
              <a:gd name="connsiteX6" fmla="*/ 833682 w 1429564"/>
              <a:gd name="connsiteY6" fmla="*/ 410613 h 827332"/>
              <a:gd name="connsiteX7" fmla="*/ 1417088 w 1429564"/>
              <a:gd name="connsiteY7" fmla="*/ 674932 h 827332"/>
              <a:gd name="connsiteX0" fmla="*/ 1417088 w 1428573"/>
              <a:gd name="connsiteY0" fmla="*/ 674932 h 827332"/>
              <a:gd name="connsiteX1" fmla="*/ 1414707 w 1428573"/>
              <a:gd name="connsiteY1" fmla="*/ 103432 h 827332"/>
              <a:gd name="connsiteX2" fmla="*/ 559838 w 1428573"/>
              <a:gd name="connsiteY2" fmla="*/ 39138 h 827332"/>
              <a:gd name="connsiteX3" fmla="*/ 26438 w 1428573"/>
              <a:gd name="connsiteY3" fmla="*/ 508244 h 827332"/>
              <a:gd name="connsiteX4" fmla="*/ 12151 w 1428573"/>
              <a:gd name="connsiteY4" fmla="*/ 827332 h 827332"/>
              <a:gd name="connsiteX5" fmla="*/ 295519 w 1428573"/>
              <a:gd name="connsiteY5" fmla="*/ 477288 h 827332"/>
              <a:gd name="connsiteX6" fmla="*/ 833682 w 1428573"/>
              <a:gd name="connsiteY6" fmla="*/ 410613 h 827332"/>
              <a:gd name="connsiteX7" fmla="*/ 1417088 w 1428573"/>
              <a:gd name="connsiteY7" fmla="*/ 674932 h 827332"/>
              <a:gd name="connsiteX0" fmla="*/ 1417088 w 1428573"/>
              <a:gd name="connsiteY0" fmla="*/ 674932 h 827332"/>
              <a:gd name="connsiteX1" fmla="*/ 1414707 w 1428573"/>
              <a:gd name="connsiteY1" fmla="*/ 103432 h 827332"/>
              <a:gd name="connsiteX2" fmla="*/ 559838 w 1428573"/>
              <a:gd name="connsiteY2" fmla="*/ 39138 h 827332"/>
              <a:gd name="connsiteX3" fmla="*/ 26438 w 1428573"/>
              <a:gd name="connsiteY3" fmla="*/ 508244 h 827332"/>
              <a:gd name="connsiteX4" fmla="*/ 12151 w 1428573"/>
              <a:gd name="connsiteY4" fmla="*/ 827332 h 827332"/>
              <a:gd name="connsiteX5" fmla="*/ 295519 w 1428573"/>
              <a:gd name="connsiteY5" fmla="*/ 477288 h 827332"/>
              <a:gd name="connsiteX6" fmla="*/ 833682 w 1428573"/>
              <a:gd name="connsiteY6" fmla="*/ 410613 h 827332"/>
              <a:gd name="connsiteX7" fmla="*/ 1417088 w 1428573"/>
              <a:gd name="connsiteY7" fmla="*/ 674932 h 827332"/>
              <a:gd name="connsiteX0" fmla="*/ 1420075 w 1431560"/>
              <a:gd name="connsiteY0" fmla="*/ 674932 h 827332"/>
              <a:gd name="connsiteX1" fmla="*/ 1417694 w 1431560"/>
              <a:gd name="connsiteY1" fmla="*/ 103432 h 827332"/>
              <a:gd name="connsiteX2" fmla="*/ 562825 w 1431560"/>
              <a:gd name="connsiteY2" fmla="*/ 39138 h 827332"/>
              <a:gd name="connsiteX3" fmla="*/ 29425 w 1431560"/>
              <a:gd name="connsiteY3" fmla="*/ 508244 h 827332"/>
              <a:gd name="connsiteX4" fmla="*/ 15138 w 1431560"/>
              <a:gd name="connsiteY4" fmla="*/ 827332 h 827332"/>
              <a:gd name="connsiteX5" fmla="*/ 298506 w 1431560"/>
              <a:gd name="connsiteY5" fmla="*/ 477288 h 827332"/>
              <a:gd name="connsiteX6" fmla="*/ 836669 w 1431560"/>
              <a:gd name="connsiteY6" fmla="*/ 410613 h 827332"/>
              <a:gd name="connsiteX7" fmla="*/ 1420075 w 1431560"/>
              <a:gd name="connsiteY7" fmla="*/ 674932 h 827332"/>
              <a:gd name="connsiteX0" fmla="*/ 1420075 w 1431560"/>
              <a:gd name="connsiteY0" fmla="*/ 674932 h 827332"/>
              <a:gd name="connsiteX1" fmla="*/ 1417694 w 1431560"/>
              <a:gd name="connsiteY1" fmla="*/ 103432 h 827332"/>
              <a:gd name="connsiteX2" fmla="*/ 562825 w 1431560"/>
              <a:gd name="connsiteY2" fmla="*/ 39138 h 827332"/>
              <a:gd name="connsiteX3" fmla="*/ 29425 w 1431560"/>
              <a:gd name="connsiteY3" fmla="*/ 508244 h 827332"/>
              <a:gd name="connsiteX4" fmla="*/ 15138 w 1431560"/>
              <a:gd name="connsiteY4" fmla="*/ 827332 h 827332"/>
              <a:gd name="connsiteX5" fmla="*/ 298506 w 1431560"/>
              <a:gd name="connsiteY5" fmla="*/ 477288 h 827332"/>
              <a:gd name="connsiteX6" fmla="*/ 836669 w 1431560"/>
              <a:gd name="connsiteY6" fmla="*/ 410613 h 827332"/>
              <a:gd name="connsiteX7" fmla="*/ 1420075 w 1431560"/>
              <a:gd name="connsiteY7" fmla="*/ 674932 h 827332"/>
              <a:gd name="connsiteX0" fmla="*/ 1417089 w 1428574"/>
              <a:gd name="connsiteY0" fmla="*/ 674932 h 827332"/>
              <a:gd name="connsiteX1" fmla="*/ 1414708 w 1428574"/>
              <a:gd name="connsiteY1" fmla="*/ 103432 h 827332"/>
              <a:gd name="connsiteX2" fmla="*/ 559839 w 1428574"/>
              <a:gd name="connsiteY2" fmla="*/ 39138 h 827332"/>
              <a:gd name="connsiteX3" fmla="*/ 26439 w 1428574"/>
              <a:gd name="connsiteY3" fmla="*/ 508244 h 827332"/>
              <a:gd name="connsiteX4" fmla="*/ 12152 w 1428574"/>
              <a:gd name="connsiteY4" fmla="*/ 827332 h 827332"/>
              <a:gd name="connsiteX5" fmla="*/ 295520 w 1428574"/>
              <a:gd name="connsiteY5" fmla="*/ 477288 h 827332"/>
              <a:gd name="connsiteX6" fmla="*/ 833683 w 1428574"/>
              <a:gd name="connsiteY6" fmla="*/ 410613 h 827332"/>
              <a:gd name="connsiteX7" fmla="*/ 1417089 w 1428574"/>
              <a:gd name="connsiteY7" fmla="*/ 674932 h 827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28574" h="827332">
                <a:moveTo>
                  <a:pt x="1417089" y="674932"/>
                </a:moveTo>
                <a:cubicBezTo>
                  <a:pt x="1435346" y="448714"/>
                  <a:pt x="1429789" y="289169"/>
                  <a:pt x="1414708" y="103432"/>
                </a:cubicBezTo>
                <a:cubicBezTo>
                  <a:pt x="1129752" y="1038"/>
                  <a:pt x="880514" y="-34681"/>
                  <a:pt x="559839" y="39138"/>
                </a:cubicBezTo>
                <a:cubicBezTo>
                  <a:pt x="324968" y="93205"/>
                  <a:pt x="103590" y="255487"/>
                  <a:pt x="26439" y="508244"/>
                </a:cubicBezTo>
                <a:cubicBezTo>
                  <a:pt x="-7732" y="620193"/>
                  <a:pt x="-4518" y="728112"/>
                  <a:pt x="12152" y="827332"/>
                </a:cubicBezTo>
                <a:cubicBezTo>
                  <a:pt x="28424" y="650723"/>
                  <a:pt x="130471" y="560134"/>
                  <a:pt x="295520" y="477288"/>
                </a:cubicBezTo>
                <a:cubicBezTo>
                  <a:pt x="460084" y="394686"/>
                  <a:pt x="654458" y="387116"/>
                  <a:pt x="833683" y="410613"/>
                </a:cubicBezTo>
                <a:cubicBezTo>
                  <a:pt x="1142452" y="451094"/>
                  <a:pt x="1298820" y="584445"/>
                  <a:pt x="1417089" y="674932"/>
                </a:cubicBezTo>
                <a:close/>
              </a:path>
            </a:pathLst>
          </a:custGeom>
          <a:solidFill>
            <a:srgbClr val="0F238C"/>
          </a:solidFill>
          <a:ln w="12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1248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91B91FE3-CBBF-4D86-9839-5BDB4A127DF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8506936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395" imgH="394" progId="TCLayout.ActiveDocument.1">
                  <p:embed/>
                </p:oleObj>
              </mc:Choice>
              <mc:Fallback>
                <p:oleObj name="think-cell Slide" r:id="rId17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91B91FE3-CBBF-4D86-9839-5BDB4A127D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286045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EE358E56-E801-42D6-B6F6-0733614557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201004" y="1109959"/>
            <a:ext cx="15876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768" tIns="60960" rIns="48768" bIns="6096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MS PGothic" pitchFamily="34" charset="-128"/>
              </a:rPr>
              <a:t>Problem description</a:t>
            </a:r>
          </a:p>
        </p:txBody>
      </p:sp>
      <p:sp>
        <p:nvSpPr>
          <p:cNvPr id="17" name="Rectangle 32">
            <a:extLst>
              <a:ext uri="{FF2B5EF4-FFF2-40B4-BE49-F238E27FC236}">
                <a16:creationId xmlns:a16="http://schemas.microsoft.com/office/drawing/2014/main" id="{92FE315F-B25D-4DE2-9772-2159B87B39C4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auto">
          <a:xfrm>
            <a:off x="203089" y="3083962"/>
            <a:ext cx="102181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768" tIns="60960" rIns="48768" bIns="60960">
            <a:spAutoFit/>
          </a:bodyPr>
          <a:lstStyle/>
          <a:p>
            <a:pPr eaLnBrk="0" fontAlgn="auto" hangingPunct="0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ja-JP" sz="1200" b="1">
                <a:solidFill>
                  <a:schemeClr val="accent1"/>
                </a:solidFill>
                <a:latin typeface="+mj-lt"/>
              </a:rPr>
              <a:t>Action taken</a:t>
            </a:r>
            <a:endParaRPr lang="en-US" altLang="ja-JP" sz="1200" b="1">
              <a:solidFill>
                <a:schemeClr val="accent1"/>
              </a:solidFill>
              <a:latin typeface="+mj-lt"/>
              <a:ea typeface="MS PGothic" pitchFamily="34" charset="-128"/>
            </a:endParaRPr>
          </a:p>
        </p:txBody>
      </p:sp>
      <p:sp>
        <p:nvSpPr>
          <p:cNvPr id="18" name="Rectangle 40">
            <a:extLst>
              <a:ext uri="{FF2B5EF4-FFF2-40B4-BE49-F238E27FC236}">
                <a16:creationId xmlns:a16="http://schemas.microsoft.com/office/drawing/2014/main" id="{78F3CCE9-CDD2-4BD9-8703-3FF6A5BDB700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auto">
          <a:xfrm>
            <a:off x="6200820" y="1105698"/>
            <a:ext cx="59226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lvl="0" defTabSz="1219170" eaLnBrk="0" fontAlgn="auto" hangingPunct="0">
              <a:spcBef>
                <a:spcPct val="50000"/>
              </a:spcBef>
              <a:spcAft>
                <a:spcPts val="0"/>
              </a:spcAft>
              <a:defRPr/>
            </a:pPr>
            <a:r>
              <a:rPr lang="en-US" altLang="ja-JP" sz="1200" b="1">
                <a:solidFill>
                  <a:schemeClr val="accent1"/>
                </a:solidFill>
                <a:latin typeface="+mj-lt"/>
              </a:rPr>
              <a:t>Impact</a:t>
            </a:r>
          </a:p>
        </p:txBody>
      </p:sp>
      <p:sp>
        <p:nvSpPr>
          <p:cNvPr id="29" name="Rectangle 40">
            <a:extLst>
              <a:ext uri="{FF2B5EF4-FFF2-40B4-BE49-F238E27FC236}">
                <a16:creationId xmlns:a16="http://schemas.microsoft.com/office/drawing/2014/main" id="{5218E0BD-7261-4CB9-8982-1E3D7E24C45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auto">
          <a:xfrm>
            <a:off x="6214745" y="3759875"/>
            <a:ext cx="177367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b="1">
                <a:solidFill>
                  <a:schemeClr val="accent1"/>
                </a:solidFill>
                <a:latin typeface="+mj-lt"/>
                <a:ea typeface="MS PGothic" pitchFamily="34" charset="-128"/>
              </a:rPr>
              <a:t>Need help from PE/DE</a:t>
            </a:r>
            <a:endParaRPr kumimoji="0" lang="en-US" altLang="ja-JP" sz="1200" b="1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j-lt"/>
              <a:ea typeface="MS PGothic" pitchFamily="34" charset="-128"/>
            </a:endParaRPr>
          </a:p>
        </p:txBody>
      </p:sp>
      <p:sp>
        <p:nvSpPr>
          <p:cNvPr id="30" name="Rectangle 40">
            <a:extLst>
              <a:ext uri="{FF2B5EF4-FFF2-40B4-BE49-F238E27FC236}">
                <a16:creationId xmlns:a16="http://schemas.microsoft.com/office/drawing/2014/main" id="{DA92E7CC-74D0-416B-97FB-7D2EED604E1B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auto">
          <a:xfrm>
            <a:off x="6199647" y="4554996"/>
            <a:ext cx="95133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MS PGothic" pitchFamily="34" charset="-128"/>
              </a:rPr>
              <a:t>Root Cause</a:t>
            </a:r>
          </a:p>
        </p:txBody>
      </p:sp>
      <p:sp>
        <p:nvSpPr>
          <p:cNvPr id="31" name="Rectangle 40">
            <a:extLst>
              <a:ext uri="{FF2B5EF4-FFF2-40B4-BE49-F238E27FC236}">
                <a16:creationId xmlns:a16="http://schemas.microsoft.com/office/drawing/2014/main" id="{421D42B1-995D-49F5-9536-8F38CFB60804}"/>
              </a:ext>
            </a:extLst>
          </p:cNvPr>
          <p:cNvSpPr>
            <a:spLocks noChangeArrowheads="1"/>
          </p:cNvSpPr>
          <p:nvPr userDrawn="1">
            <p:custDataLst>
              <p:tags r:id="rId7"/>
            </p:custDataLst>
          </p:nvPr>
        </p:nvSpPr>
        <p:spPr bwMode="auto">
          <a:xfrm>
            <a:off x="6199647" y="2508231"/>
            <a:ext cx="1037901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MS PGothic" pitchFamily="34" charset="-128"/>
              </a:rPr>
              <a:t>Containment</a:t>
            </a:r>
          </a:p>
        </p:txBody>
      </p:sp>
      <p:sp>
        <p:nvSpPr>
          <p:cNvPr id="32" name="Rectangle 40">
            <a:extLst>
              <a:ext uri="{FF2B5EF4-FFF2-40B4-BE49-F238E27FC236}">
                <a16:creationId xmlns:a16="http://schemas.microsoft.com/office/drawing/2014/main" id="{85D52C44-B68C-408F-9736-AA83D813AA99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6199647" y="5607576"/>
            <a:ext cx="715697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b="1">
                <a:solidFill>
                  <a:schemeClr val="accent1"/>
                </a:solidFill>
                <a:latin typeface="+mj-lt"/>
                <a:ea typeface="MS PGothic" pitchFamily="34" charset="-128"/>
              </a:rPr>
              <a:t>Solution</a:t>
            </a:r>
            <a:endParaRPr kumimoji="0" lang="en-US" altLang="ja-JP" sz="1200" b="1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j-lt"/>
              <a:ea typeface="MS PGothic" pitchFamily="34" charset="-128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7B121C-BB4F-4CFD-A4EE-96994321FE56}"/>
              </a:ext>
            </a:extLst>
          </p:cNvPr>
          <p:cNvGrpSpPr/>
          <p:nvPr userDrawn="1"/>
        </p:nvGrpSpPr>
        <p:grpSpPr>
          <a:xfrm>
            <a:off x="121986" y="7331"/>
            <a:ext cx="10970295" cy="1155015"/>
            <a:chOff x="408281" y="5498"/>
            <a:chExt cx="8227721" cy="866261"/>
          </a:xfrm>
        </p:grpSpPr>
        <p:pic>
          <p:nvPicPr>
            <p:cNvPr id="34" name="Afbeelding 7" descr="bg_back.png">
              <a:extLst>
                <a:ext uri="{FF2B5EF4-FFF2-40B4-BE49-F238E27FC236}">
                  <a16:creationId xmlns:a16="http://schemas.microsoft.com/office/drawing/2014/main" id="{2668639D-B8BF-4FE0-B6D6-272FDD474C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/>
            <a:srcRect l="14715" t="83556"/>
            <a:stretch/>
          </p:blipFill>
          <p:spPr>
            <a:xfrm>
              <a:off x="408281" y="5498"/>
              <a:ext cx="8227721" cy="810478"/>
            </a:xfrm>
            <a:prstGeom prst="rect">
              <a:avLst/>
            </a:prstGeom>
          </p:spPr>
        </p:pic>
        <p:sp>
          <p:nvSpPr>
            <p:cNvPr id="35" name="Text Box 38">
              <a:extLst>
                <a:ext uri="{FF2B5EF4-FFF2-40B4-BE49-F238E27FC236}">
                  <a16:creationId xmlns:a16="http://schemas.microsoft.com/office/drawing/2014/main" id="{A7457F11-6080-40A8-9EC8-950977D69D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12161" y="292170"/>
              <a:ext cx="985478" cy="5077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317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 anchor="ctr"/>
            <a:lstStyle>
              <a:lvl1pPr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219170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Module Name	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219170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Module P/N	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219170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Dep./ Author</a:t>
              </a: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	</a:t>
              </a:r>
            </a:p>
          </p:txBody>
        </p:sp>
        <p:sp>
          <p:nvSpPr>
            <p:cNvPr id="36" name="Text Box 26">
              <a:extLst>
                <a:ext uri="{FF2B5EF4-FFF2-40B4-BE49-F238E27FC236}">
                  <a16:creationId xmlns:a16="http://schemas.microsoft.com/office/drawing/2014/main" id="{B8BD1CC7-177A-473C-8A24-3D2349F1ED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552" y="209772"/>
              <a:ext cx="1213893" cy="6619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317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 anchor="ctr"/>
            <a:lstStyle>
              <a:lvl1pPr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449881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IN/DN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449881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Create Date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449881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Close Date</a:t>
              </a:r>
              <a:endParaRPr kumimoji="0" lang="en-US" altLang="ja-JP" sz="1200" b="0" i="0" u="none" strike="noStrike" kern="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j-ea"/>
                <a:ea typeface="+mj-ea"/>
                <a:cs typeface="Arial" charset="0"/>
              </a:endParaRPr>
            </a:p>
          </p:txBody>
        </p:sp>
        <p:sp>
          <p:nvSpPr>
            <p:cNvPr id="37" name="Text Box 30">
              <a:extLst>
                <a:ext uri="{FF2B5EF4-FFF2-40B4-BE49-F238E27FC236}">
                  <a16:creationId xmlns:a16="http://schemas.microsoft.com/office/drawing/2014/main" id="{CC912830-6A68-4936-8AC5-39EE4F6B89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87824" y="51594"/>
              <a:ext cx="1196383" cy="2159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317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 anchor="ctr"/>
            <a:lstStyle>
              <a:lvl1pPr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P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FF66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C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C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S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92D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I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M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+mj-lt"/>
                  <a:cs typeface="Arial" charset="0"/>
                </a:rPr>
                <a:t> Title </a:t>
              </a:r>
            </a:p>
          </p:txBody>
        </p:sp>
        <p:sp>
          <p:nvSpPr>
            <p:cNvPr id="38" name="Text Box 34">
              <a:extLst>
                <a:ext uri="{FF2B5EF4-FFF2-40B4-BE49-F238E27FC236}">
                  <a16:creationId xmlns:a16="http://schemas.microsoft.com/office/drawing/2014/main" id="{3C66CA83-D93B-4E65-A018-B0A652B473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7544" y="46476"/>
              <a:ext cx="2474912" cy="2119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>
              <a:spAutoFit/>
            </a:bodyPr>
            <a:lstStyle>
              <a:lvl1pPr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600" b="1" i="0" u="sng" strike="noStrike" kern="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S</a:t>
              </a:r>
              <a:r>
                <a:rPr kumimoji="0" lang="en-US" altLang="ja-JP" sz="1600" b="0" i="0" u="sng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ingle </a:t>
              </a:r>
              <a:r>
                <a:rPr kumimoji="0" lang="en-US" altLang="ja-JP" sz="1600" b="1" i="0" u="sng" strike="noStrike" kern="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P</a:t>
              </a:r>
              <a:r>
                <a:rPr kumimoji="0" lang="en-US" altLang="ja-JP" sz="1600" b="0" i="0" u="sng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age </a:t>
              </a:r>
              <a:r>
                <a:rPr kumimoji="0" lang="en-US" altLang="ja-JP" sz="1600" b="1" i="0" u="sng" strike="noStrike" kern="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S</a:t>
              </a:r>
              <a:r>
                <a:rPr kumimoji="0" lang="en-US" altLang="ja-JP" sz="1600" b="0" i="0" u="sng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ummary</a:t>
              </a:r>
            </a:p>
          </p:txBody>
        </p:sp>
        <p:sp>
          <p:nvSpPr>
            <p:cNvPr id="39" name="Text Box 37">
              <a:extLst>
                <a:ext uri="{FF2B5EF4-FFF2-40B4-BE49-F238E27FC236}">
                  <a16:creationId xmlns:a16="http://schemas.microsoft.com/office/drawing/2014/main" id="{AD6F51E7-740E-4525-B914-D93AD2FF26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38128" y="270792"/>
              <a:ext cx="1279525" cy="55947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317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 anchor="ctr"/>
            <a:lstStyle>
              <a:lvl1pPr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367332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Machine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367332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SN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367332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B Code</a:t>
              </a:r>
              <a:endParaRPr kumimoji="0" lang="en-US" altLang="ja-JP" sz="1200" b="0" i="0" u="none" strike="noStrike" kern="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j-ea"/>
                <a:ea typeface="+mj-ea"/>
                <a:cs typeface="Arial" charset="0"/>
              </a:endParaRPr>
            </a:p>
          </p:txBody>
        </p:sp>
      </p:grpSp>
      <p:sp>
        <p:nvSpPr>
          <p:cNvPr id="40" name="Text Placeholder 44">
            <a:extLst>
              <a:ext uri="{FF2B5EF4-FFF2-40B4-BE49-F238E27FC236}">
                <a16:creationId xmlns:a16="http://schemas.microsoft.com/office/drawing/2014/main" id="{C039D422-C4B3-42C1-B259-D4530B44E4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01989" y="391253"/>
            <a:ext cx="2114507" cy="24355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IN/DN Number</a:t>
            </a:r>
          </a:p>
        </p:txBody>
      </p:sp>
      <p:sp>
        <p:nvSpPr>
          <p:cNvPr id="41" name="Text Placeholder 44">
            <a:extLst>
              <a:ext uri="{FF2B5EF4-FFF2-40B4-BE49-F238E27FC236}">
                <a16:creationId xmlns:a16="http://schemas.microsoft.com/office/drawing/2014/main" id="{33F7EEEE-877D-419E-814F-8048171F8D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01989" y="592677"/>
            <a:ext cx="2114507" cy="24355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YY.MM.DD</a:t>
            </a:r>
          </a:p>
        </p:txBody>
      </p:sp>
      <p:sp>
        <p:nvSpPr>
          <p:cNvPr id="42" name="Text Placeholder 44">
            <a:extLst>
              <a:ext uri="{FF2B5EF4-FFF2-40B4-BE49-F238E27FC236}">
                <a16:creationId xmlns:a16="http://schemas.microsoft.com/office/drawing/2014/main" id="{C5F2943B-7FE0-4E64-BC55-5D64661D44D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1989" y="794101"/>
            <a:ext cx="2114507" cy="24355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YY.MM.DD</a:t>
            </a:r>
          </a:p>
        </p:txBody>
      </p:sp>
      <p:sp>
        <p:nvSpPr>
          <p:cNvPr id="43" name="Text Placeholder 44">
            <a:extLst>
              <a:ext uri="{FF2B5EF4-FFF2-40B4-BE49-F238E27FC236}">
                <a16:creationId xmlns:a16="http://schemas.microsoft.com/office/drawing/2014/main" id="{6A0A88EE-D509-4609-A065-8602EB35D25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10812" y="407229"/>
            <a:ext cx="2671062" cy="20892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Machine Number or W/O</a:t>
            </a:r>
          </a:p>
        </p:txBody>
      </p:sp>
      <p:sp>
        <p:nvSpPr>
          <p:cNvPr id="44" name="Text Placeholder 44">
            <a:extLst>
              <a:ext uri="{FF2B5EF4-FFF2-40B4-BE49-F238E27FC236}">
                <a16:creationId xmlns:a16="http://schemas.microsoft.com/office/drawing/2014/main" id="{9D640DC5-E698-44BD-A912-661F9EDBBF6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10812" y="608652"/>
            <a:ext cx="2671062" cy="22491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Serial Number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6F65C782-B64F-4115-A0CF-65769E176A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10811" y="826703"/>
            <a:ext cx="2671063" cy="21805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B Code</a:t>
            </a:r>
          </a:p>
        </p:txBody>
      </p:sp>
      <p:sp>
        <p:nvSpPr>
          <p:cNvPr id="46" name="Text Placeholder 44">
            <a:extLst>
              <a:ext uri="{FF2B5EF4-FFF2-40B4-BE49-F238E27FC236}">
                <a16:creationId xmlns:a16="http://schemas.microsoft.com/office/drawing/2014/main" id="{259C04CF-9E60-4DF2-8283-5271E84F98F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71494" y="76200"/>
            <a:ext cx="5355950" cy="307505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067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Phenomenon</a:t>
            </a:r>
          </a:p>
        </p:txBody>
      </p:sp>
      <p:sp>
        <p:nvSpPr>
          <p:cNvPr id="47" name="Text Placeholder 44">
            <a:extLst>
              <a:ext uri="{FF2B5EF4-FFF2-40B4-BE49-F238E27FC236}">
                <a16:creationId xmlns:a16="http://schemas.microsoft.com/office/drawing/2014/main" id="{173F2EED-032B-4ACA-9204-552E2472FA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534069" y="389881"/>
            <a:ext cx="2410156" cy="19328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</a:t>
            </a:r>
            <a:r>
              <a:rPr lang="en-US" altLang="zh-TW"/>
              <a:t>Module</a:t>
            </a:r>
            <a:r>
              <a:rPr lang="en-US"/>
              <a:t> Name</a:t>
            </a:r>
          </a:p>
        </p:txBody>
      </p:sp>
      <p:sp>
        <p:nvSpPr>
          <p:cNvPr id="48" name="Text Placeholder 44">
            <a:extLst>
              <a:ext uri="{FF2B5EF4-FFF2-40B4-BE49-F238E27FC236}">
                <a16:creationId xmlns:a16="http://schemas.microsoft.com/office/drawing/2014/main" id="{0E4F0FF6-A7D1-41F4-9E02-2AA8129B917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34069" y="613229"/>
            <a:ext cx="2410156" cy="19328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Module P/</a:t>
            </a:r>
            <a:r>
              <a:rPr lang="en-US" err="1"/>
              <a:t>Nn</a:t>
            </a:r>
            <a:endParaRPr lang="en-US"/>
          </a:p>
        </p:txBody>
      </p:sp>
      <p:sp>
        <p:nvSpPr>
          <p:cNvPr id="49" name="Text Placeholder 44">
            <a:extLst>
              <a:ext uri="{FF2B5EF4-FFF2-40B4-BE49-F238E27FC236}">
                <a16:creationId xmlns:a16="http://schemas.microsoft.com/office/drawing/2014/main" id="{4CFB458F-1A20-45BD-9D69-A2DF89D4B69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34069" y="833563"/>
            <a:ext cx="2410156" cy="19328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Author Name</a:t>
            </a:r>
          </a:p>
        </p:txBody>
      </p:sp>
      <p:sp>
        <p:nvSpPr>
          <p:cNvPr id="50" name="Text Placeholder 35">
            <a:extLst>
              <a:ext uri="{FF2B5EF4-FFF2-40B4-BE49-F238E27FC236}">
                <a16:creationId xmlns:a16="http://schemas.microsoft.com/office/drawing/2014/main" id="{531B8144-7FF0-47B4-AA37-DE228382451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9"/>
            </p:custDataLst>
          </p:nvPr>
        </p:nvSpPr>
        <p:spPr>
          <a:xfrm>
            <a:off x="243841" y="1439726"/>
            <a:ext cx="5730240" cy="1655585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Add the problem description here. Add pictures, timeline and so on  if it helps clarify</a:t>
            </a:r>
          </a:p>
        </p:txBody>
      </p:sp>
      <p:sp>
        <p:nvSpPr>
          <p:cNvPr id="51" name="Text Placeholder 35">
            <a:extLst>
              <a:ext uri="{FF2B5EF4-FFF2-40B4-BE49-F238E27FC236}">
                <a16:creationId xmlns:a16="http://schemas.microsoft.com/office/drawing/2014/main" id="{849382C8-C6E4-47DD-A2E7-70B9D66B383D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10"/>
            </p:custDataLst>
          </p:nvPr>
        </p:nvSpPr>
        <p:spPr>
          <a:xfrm>
            <a:off x="6235635" y="1431204"/>
            <a:ext cx="5730240" cy="1059577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Describe (in short) the impact, Describe (in short) the impact, </a:t>
            </a:r>
            <a:r>
              <a:rPr lang="en-US" altLang="zh-TW" sz="1200" b="0" kern="0">
                <a:solidFill>
                  <a:schemeClr val="bg1">
                    <a:lumMod val="75000"/>
                  </a:schemeClr>
                </a:solidFill>
              </a:rPr>
              <a:t>IS_YES, </a:t>
            </a:r>
            <a:r>
              <a:rPr lang="en-US" altLang="zh-TW" sz="1200" b="0" kern="0" err="1">
                <a:solidFill>
                  <a:schemeClr val="bg1">
                    <a:lumMod val="75000"/>
                  </a:schemeClr>
                </a:solidFill>
              </a:rPr>
              <a:t>Safety_No</a:t>
            </a:r>
            <a:r>
              <a:rPr lang="en-US" altLang="zh-TW" sz="1200" b="0" kern="0">
                <a:solidFill>
                  <a:schemeClr val="bg1">
                    <a:lumMod val="75000"/>
                  </a:schemeClr>
                </a:solidFill>
              </a:rPr>
              <a:t>, Cycle-time_98, A-time_2, B-time_96, frequency_1, Yield-rate_100%</a:t>
            </a:r>
            <a:endParaRPr lang="en-US" sz="1200" b="0" kern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2" name="Text Placeholder 35">
            <a:extLst>
              <a:ext uri="{FF2B5EF4-FFF2-40B4-BE49-F238E27FC236}">
                <a16:creationId xmlns:a16="http://schemas.microsoft.com/office/drawing/2014/main" id="{4323FDCD-A55C-4556-91DA-C849EB1E5D1F}"/>
              </a:ext>
            </a:extLst>
          </p:cNvPr>
          <p:cNvSpPr>
            <a:spLocks noGrp="1"/>
          </p:cNvSpPr>
          <p:nvPr>
            <p:ph type="body" sz="quarter" idx="28" hasCustomPrompt="1"/>
            <p:custDataLst>
              <p:tags r:id="rId11"/>
            </p:custDataLst>
          </p:nvPr>
        </p:nvSpPr>
        <p:spPr>
          <a:xfrm>
            <a:off x="6241404" y="4038595"/>
            <a:ext cx="5730240" cy="500776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Add the demand to PE/DE</a:t>
            </a:r>
          </a:p>
        </p:txBody>
      </p:sp>
      <p:sp>
        <p:nvSpPr>
          <p:cNvPr id="53" name="Text Placeholder 35">
            <a:extLst>
              <a:ext uri="{FF2B5EF4-FFF2-40B4-BE49-F238E27FC236}">
                <a16:creationId xmlns:a16="http://schemas.microsoft.com/office/drawing/2014/main" id="{A968217E-81E7-4313-8CB0-2AA1DD420073}"/>
              </a:ext>
            </a:extLst>
          </p:cNvPr>
          <p:cNvSpPr>
            <a:spLocks noGrp="1"/>
          </p:cNvSpPr>
          <p:nvPr>
            <p:ph type="body" sz="quarter" idx="29" hasCustomPrompt="1"/>
            <p:custDataLst>
              <p:tags r:id="rId12"/>
            </p:custDataLst>
          </p:nvPr>
        </p:nvSpPr>
        <p:spPr>
          <a:xfrm>
            <a:off x="6241404" y="2787535"/>
            <a:ext cx="5730240" cy="970620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Add information about Containment</a:t>
            </a:r>
          </a:p>
        </p:txBody>
      </p:sp>
      <p:sp>
        <p:nvSpPr>
          <p:cNvPr id="54" name="Text Placeholder 35">
            <a:extLst>
              <a:ext uri="{FF2B5EF4-FFF2-40B4-BE49-F238E27FC236}">
                <a16:creationId xmlns:a16="http://schemas.microsoft.com/office/drawing/2014/main" id="{7B20C876-2DD5-4BA8-924E-3692F370CB63}"/>
              </a:ext>
            </a:extLst>
          </p:cNvPr>
          <p:cNvSpPr>
            <a:spLocks noGrp="1"/>
          </p:cNvSpPr>
          <p:nvPr>
            <p:ph type="body" sz="quarter" idx="30" hasCustomPrompt="1"/>
            <p:custDataLst>
              <p:tags r:id="rId13"/>
            </p:custDataLst>
          </p:nvPr>
        </p:nvSpPr>
        <p:spPr>
          <a:xfrm>
            <a:off x="6241402" y="4840080"/>
            <a:ext cx="5730240" cy="767496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FontTx/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Describe the root cause</a:t>
            </a:r>
            <a:r>
              <a:rPr lang="zh-TW" altLang="en-US" sz="1200" b="0" ker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b="0" kern="0">
                <a:solidFill>
                  <a:schemeClr val="bg1">
                    <a:lumMod val="75000"/>
                  </a:schemeClr>
                </a:solidFill>
              </a:rPr>
              <a:t>/ Failure model / Solution</a:t>
            </a: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 by PE/D&amp;E (when known)</a:t>
            </a:r>
          </a:p>
        </p:txBody>
      </p:sp>
      <p:sp>
        <p:nvSpPr>
          <p:cNvPr id="55" name="Text Placeholder 35">
            <a:extLst>
              <a:ext uri="{FF2B5EF4-FFF2-40B4-BE49-F238E27FC236}">
                <a16:creationId xmlns:a16="http://schemas.microsoft.com/office/drawing/2014/main" id="{42AD59A7-A324-485F-8F64-F0226DE2930B}"/>
              </a:ext>
            </a:extLst>
          </p:cNvPr>
          <p:cNvSpPr>
            <a:spLocks noGrp="1"/>
          </p:cNvSpPr>
          <p:nvPr>
            <p:ph type="body" sz="quarter" idx="31" hasCustomPrompt="1"/>
            <p:custDataLst>
              <p:tags r:id="rId14"/>
            </p:custDataLst>
          </p:nvPr>
        </p:nvSpPr>
        <p:spPr>
          <a:xfrm>
            <a:off x="231896" y="3379040"/>
            <a:ext cx="5730240" cy="3273032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Add action taken about investigation</a:t>
            </a:r>
          </a:p>
        </p:txBody>
      </p:sp>
      <p:sp>
        <p:nvSpPr>
          <p:cNvPr id="56" name="Text Placeholder 35">
            <a:extLst>
              <a:ext uri="{FF2B5EF4-FFF2-40B4-BE49-F238E27FC236}">
                <a16:creationId xmlns:a16="http://schemas.microsoft.com/office/drawing/2014/main" id="{7CD0D2E8-C2C8-4104-9491-4178B8DF917A}"/>
              </a:ext>
            </a:extLst>
          </p:cNvPr>
          <p:cNvSpPr>
            <a:spLocks noGrp="1"/>
          </p:cNvSpPr>
          <p:nvPr>
            <p:ph type="body" sz="quarter" idx="32" hasCustomPrompt="1"/>
            <p:custDataLst>
              <p:tags r:id="rId15"/>
            </p:custDataLst>
          </p:nvPr>
        </p:nvSpPr>
        <p:spPr>
          <a:xfrm>
            <a:off x="6229865" y="5884575"/>
            <a:ext cx="5730240" cy="767497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FontTx/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Describe the root cause</a:t>
            </a:r>
            <a:r>
              <a:rPr lang="zh-TW" altLang="en-US" sz="1200" b="0" ker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b="0" kern="0">
                <a:solidFill>
                  <a:schemeClr val="bg1">
                    <a:lumMod val="75000"/>
                  </a:schemeClr>
                </a:solidFill>
              </a:rPr>
              <a:t>/ Failure model / Solution</a:t>
            </a: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 by PE/DE (when known)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97C678E-2804-4343-A92C-B291D91C1773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E9F6BA22-F7F5-4B9B-A760-D76791FC5913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17D744-36FA-4BAB-8B11-6E37DE1FE0C8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96077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46009713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77F6896B-6D18-4172-9FAC-440CB6541E06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9223885-57AD-450F-B760-23A4AC8E7319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C15C95-3023-4444-9BA5-314CBD607D93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D977D750-C7EA-4850-92C3-7BD5D675EAE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941389902"/>
              </p:ext>
            </p:extLst>
          </p:nvPr>
        </p:nvGraphicFramePr>
        <p:xfrm>
          <a:off x="7812340" y="4768212"/>
          <a:ext cx="4267200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6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Machine Type</a:t>
                      </a:r>
                    </a:p>
                  </a:txBody>
                  <a:tcPr marL="121920" marR="121920" marT="60960" marB="60960" anchor="ctr">
                    <a:solidFill>
                      <a:srgbClr val="E7E8EE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 marL="121920" marR="121920" marT="60960" marB="60960" anchor="ctr">
                    <a:solidFill>
                      <a:srgbClr val="E7E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lang="en-US" sz="1600"/>
                        <a:t>Software</a:t>
                      </a:r>
                      <a:r>
                        <a:rPr lang="en-US" sz="1600" baseline="0"/>
                        <a:t> Version</a:t>
                      </a:r>
                      <a:endParaRPr lang="en-US" sz="1600"/>
                    </a:p>
                  </a:txBody>
                  <a:tcPr marL="121920" marR="121920" marT="60960" marB="60960" anchor="ctr"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lang="en-US" sz="1600"/>
                        <a:t>Patch Version</a:t>
                      </a:r>
                    </a:p>
                  </a:txBody>
                  <a:tcPr marL="121920" marR="121920" marT="60960" marB="60960" anchor="ctr"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lang="en-US" sz="1600"/>
                        <a:t>Patch install date</a:t>
                      </a:r>
                    </a:p>
                  </a:txBody>
                  <a:tcPr marL="121920" marR="121920" marT="60960" marB="60960" anchor="ctr"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1" name="TextBox 40">
            <a:extLst>
              <a:ext uri="{FF2B5EF4-FFF2-40B4-BE49-F238E27FC236}">
                <a16:creationId xmlns:a16="http://schemas.microsoft.com/office/drawing/2014/main" id="{42AD98DF-47FD-4E9B-9E18-905686A60EBC}"/>
              </a:ext>
            </a:extLst>
          </p:cNvPr>
          <p:cNvSpPr txBox="1"/>
          <p:nvPr userDrawn="1"/>
        </p:nvSpPr>
        <p:spPr>
          <a:xfrm>
            <a:off x="7827964" y="4402456"/>
            <a:ext cx="3643599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1" hangingPunct="1"/>
            <a:r>
              <a:rPr lang="en-US" sz="2133" b="0" u="sng">
                <a:solidFill>
                  <a:schemeClr val="tx2"/>
                </a:solidFill>
                <a:latin typeface="+mn-lt"/>
              </a:rPr>
              <a:t>Basic Necessary</a:t>
            </a:r>
            <a:r>
              <a:rPr lang="en-US" sz="2133" b="0" u="sng" baseline="0">
                <a:solidFill>
                  <a:schemeClr val="tx2"/>
                </a:solidFill>
                <a:latin typeface="+mn-lt"/>
              </a:rPr>
              <a:t> information:</a:t>
            </a:r>
            <a:endParaRPr lang="en-US" sz="1867" b="0" u="sng">
              <a:solidFill>
                <a:schemeClr val="tx2"/>
              </a:solidFill>
              <a:latin typeface="+mn-lt"/>
            </a:endParaRPr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713232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 algn="l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Clear description of problem and specification</a:t>
            </a:r>
            <a:endParaRPr lang="en-US" altLang="zh-TW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132EF8D-B178-479E-8C72-23BA22DB9B53}"/>
              </a:ext>
            </a:extLst>
          </p:cNvPr>
          <p:cNvCxnSpPr/>
          <p:nvPr userDrawn="1"/>
        </p:nvCxnSpPr>
        <p:spPr>
          <a:xfrm>
            <a:off x="7757149" y="4402399"/>
            <a:ext cx="0" cy="23317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 Placeholder 76">
            <a:extLst>
              <a:ext uri="{FF2B5EF4-FFF2-40B4-BE49-F238E27FC236}">
                <a16:creationId xmlns:a16="http://schemas.microsoft.com/office/drawing/2014/main" id="{76B07DDB-CEB6-46E0-8269-B7753488A13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62532" y="4768212"/>
            <a:ext cx="2389632" cy="438912"/>
          </a:xfrm>
          <a:prstGeom prst="rect">
            <a:avLst/>
          </a:prstGeom>
          <a:noFill/>
        </p:spPr>
        <p:txBody>
          <a:bodyPr lIns="91420" tIns="45710" rIns="91420" bIns="45710"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tx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46" name="Text Placeholder 76">
            <a:extLst>
              <a:ext uri="{FF2B5EF4-FFF2-40B4-BE49-F238E27FC236}">
                <a16:creationId xmlns:a16="http://schemas.microsoft.com/office/drawing/2014/main" id="{3C8AE239-68DF-4DEC-ACDD-02324933616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62532" y="5280271"/>
            <a:ext cx="2389632" cy="438912"/>
          </a:xfrm>
          <a:prstGeom prst="rect">
            <a:avLst/>
          </a:prstGeom>
        </p:spPr>
        <p:txBody>
          <a:bodyPr lIns="91420" tIns="45710" rIns="91420" bIns="45710"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tx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47" name="Text Placeholder 76">
            <a:extLst>
              <a:ext uri="{FF2B5EF4-FFF2-40B4-BE49-F238E27FC236}">
                <a16:creationId xmlns:a16="http://schemas.microsoft.com/office/drawing/2014/main" id="{D769E03C-AF02-4FE8-9189-03926E37DD6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62532" y="5767946"/>
            <a:ext cx="2389632" cy="438912"/>
          </a:xfrm>
          <a:prstGeom prst="rect">
            <a:avLst/>
          </a:prstGeom>
        </p:spPr>
        <p:txBody>
          <a:bodyPr lIns="91420" tIns="45710" rIns="91420" bIns="45710"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tx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48" name="Text Placeholder 76">
            <a:extLst>
              <a:ext uri="{FF2B5EF4-FFF2-40B4-BE49-F238E27FC236}">
                <a16:creationId xmlns:a16="http://schemas.microsoft.com/office/drawing/2014/main" id="{20E5CAC5-C430-4E2A-9F99-C4F460CE397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62532" y="6255620"/>
            <a:ext cx="2389632" cy="438912"/>
          </a:xfrm>
          <a:prstGeom prst="rect">
            <a:avLst/>
          </a:prstGeom>
        </p:spPr>
        <p:txBody>
          <a:bodyPr lIns="91420" tIns="45710" rIns="91420" bIns="45710"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tx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Problem (P)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488D4A3-4812-43BE-871C-7DEDC76582D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9902125" y="2244034"/>
            <a:ext cx="0" cy="42976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FE5A52FB-5904-4F57-94C5-E2456071AA0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747571" y="1349556"/>
            <a:ext cx="4297680" cy="292608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>
              <a:defRPr sz="2400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Alarm code:</a:t>
            </a:r>
          </a:p>
        </p:txBody>
      </p:sp>
    </p:spTree>
    <p:extLst>
      <p:ext uri="{BB962C8B-B14F-4D97-AF65-F5344CB8AC3E}">
        <p14:creationId xmlns:p14="http://schemas.microsoft.com/office/powerpoint/2010/main" val="4049000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67040125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type to provide 5x-Why analysis and other detailed information about the problem definition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Problem</a:t>
            </a:r>
            <a:r>
              <a:rPr lang="zh-TW" altLang="en-US" sz="3200" b="1">
                <a:solidFill>
                  <a:schemeClr val="accent1"/>
                </a:solidFill>
                <a:latin typeface="+mn-lt"/>
              </a:rPr>
              <a:t> 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Specification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 (P)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F6F53C6-7B33-447C-9CF6-8A4F40EC7673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912833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3735430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Problem Timeline (P) – Action Taken (date)</a:t>
            </a: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EF49B07E-80AE-4F53-9465-6955A9C42D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Timeline describing the events leading up to the problem. For creation of a timeline the provided PCCSIM excel tooling can be used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ADEE902-5D6B-414F-B646-CDEB94E2935B}"/>
              </a:ext>
            </a:extLst>
          </p:cNvPr>
          <p:cNvSpPr/>
          <p:nvPr userDrawn="1"/>
        </p:nvSpPr>
        <p:spPr>
          <a:xfrm rot="2057161">
            <a:off x="10194488" y="147193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F6896B-6D18-4172-9FAC-440CB6541E06}"/>
              </a:ext>
            </a:extLst>
          </p:cNvPr>
          <p:cNvGrpSpPr/>
          <p:nvPr userDrawn="1"/>
        </p:nvGrpSpPr>
        <p:grpSpPr>
          <a:xfrm rot="1811593">
            <a:off x="9911855" y="179682"/>
            <a:ext cx="829732" cy="397934"/>
            <a:chOff x="6616699" y="0"/>
            <a:chExt cx="622299" cy="29845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9223885-57AD-450F-B760-23A4AC8E7319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C15C95-3023-4444-9BA5-314CBD607D93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256875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3735430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Problem Timeline (P) – Action Taken (date)</a:t>
            </a: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EF49B07E-80AE-4F53-9465-6955A9C42D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Timeline describing the events leading up to the problem. For creation of a timeline the provided PCCSIM excel tooling can be used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E5E06F7-206B-4068-9758-38AF40F2BE55}"/>
              </a:ext>
            </a:extLst>
          </p:cNvPr>
          <p:cNvSpPr/>
          <p:nvPr userDrawn="1"/>
        </p:nvSpPr>
        <p:spPr>
          <a:xfrm rot="2057161">
            <a:off x="10294791" y="149466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accent3">
              <a:lumMod val="75000"/>
            </a:schemeClr>
          </a:solidFill>
          <a:ln w="63500" cmpd="dbl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DE update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ADEE902-5D6B-414F-B646-CDEB94E2935B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F6896B-6D18-4172-9FAC-440CB6541E06}"/>
              </a:ext>
            </a:extLst>
          </p:cNvPr>
          <p:cNvGrpSpPr/>
          <p:nvPr userDrawn="1"/>
        </p:nvGrpSpPr>
        <p:grpSpPr>
          <a:xfrm rot="1811593">
            <a:off x="9607693" y="195086"/>
            <a:ext cx="829732" cy="397934"/>
            <a:chOff x="6616699" y="0"/>
            <a:chExt cx="622299" cy="29845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9223885-57AD-450F-B760-23A4AC8E7319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C15C95-3023-4444-9BA5-314CBD607D93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203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23F29-BC5E-0B33-46C2-9094CDCFC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49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2562121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explain the workaround that is in place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Containment (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C</a:t>
            </a:r>
            <a:r>
              <a:rPr lang="en-US" altLang="zh-TW" sz="3200" b="0">
                <a:solidFill>
                  <a:schemeClr val="accent1"/>
                </a:solidFill>
                <a:latin typeface="+mn-lt"/>
              </a:rPr>
              <a:t>o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)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1AE1181A-436D-4961-9A4D-242D232920DE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287765F-1CD8-4BA6-B0A2-4D27414FC34D}"/>
              </a:ext>
            </a:extLst>
          </p:cNvPr>
          <p:cNvGrpSpPr/>
          <p:nvPr userDrawn="1"/>
        </p:nvGrpSpPr>
        <p:grpSpPr>
          <a:xfrm rot="1811593">
            <a:off x="9607693" y="195086"/>
            <a:ext cx="829732" cy="397934"/>
            <a:chOff x="6616699" y="0"/>
            <a:chExt cx="622299" cy="29845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E016F1EC-C47E-4BD6-AB76-A52169EB07E7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90F859C-255A-45E9-924A-418E6D083166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93305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57211763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For creation of a fishbone the provided PCCSIM excel tooling can be used. Also, please create a backup slide with detailed info on every item in the fishbone.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Possible Causes - Fishbone (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C</a:t>
            </a:r>
            <a:r>
              <a:rPr lang="en-US" altLang="zh-TW" sz="3200" b="0">
                <a:solidFill>
                  <a:schemeClr val="accent1"/>
                </a:solidFill>
                <a:latin typeface="+mn-lt"/>
              </a:rPr>
              <a:t>a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25DDFEF-818F-4BC9-ADE2-EEB37A841929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3483152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6633725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Timeline describing the events &amp; troubleshooting actions taken after the problem occurred. For creation of a timeline the provided PCCSIM excel tooling can be used.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Troubleshooting Timeline (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C</a:t>
            </a:r>
            <a:r>
              <a:rPr lang="en-US" altLang="zh-TW" sz="3200" b="0">
                <a:solidFill>
                  <a:schemeClr val="accent1"/>
                </a:solidFill>
                <a:latin typeface="+mn-lt"/>
              </a:rPr>
              <a:t>a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)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1DDBD07-57E9-41CE-9926-0CC2B072DA72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C87A7AB-CB50-4A55-B283-7DC4904EA01C}"/>
              </a:ext>
            </a:extLst>
          </p:cNvPr>
          <p:cNvGrpSpPr/>
          <p:nvPr userDrawn="1"/>
        </p:nvGrpSpPr>
        <p:grpSpPr>
          <a:xfrm rot="1811593">
            <a:off x="9607693" y="195086"/>
            <a:ext cx="829732" cy="397934"/>
            <a:chOff x="6616699" y="0"/>
            <a:chExt cx="622299" cy="29845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C86D4A3-A6D4-4DAB-9B87-1CAAD7A04850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7AA6D0A-F66A-4F4A-B194-46F7CC253DDE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79835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0115817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explain the Root Cause that was found (using ATS techniques, msy101.man).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Causes Description (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C</a:t>
            </a:r>
            <a:r>
              <a:rPr lang="en-US" altLang="zh-TW" sz="3200" b="0">
                <a:solidFill>
                  <a:schemeClr val="accent1"/>
                </a:solidFill>
                <a:latin typeface="+mn-lt"/>
              </a:rPr>
              <a:t>a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9C1024B-AA68-47FC-81B5-A649623B129E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17922200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5074876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explain the Solution that was found (using ATS techniques, msy101.man)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Solution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 (S)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4D3773D-0377-4FDC-9962-0BE2BF06A6DE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6334277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6250628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describe how the solution is going to be rolled out. (How? Who? What? When? Where?)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Implementation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 (I)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9420FE7-689E-444C-ABDA-B8DC97CF055C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C5205E5-B497-4674-AA5F-932D7AA5CE81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4E3A0E-827F-4E80-8E1D-EC954DF9AD81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71180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30173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describe how the solution is going to be monitored. (How? Who? What? When? Where?)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Monitoring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 (M)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9420FE7-689E-444C-ABDA-B8DC97CF055C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C5205E5-B497-4674-AA5F-932D7AA5CE81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4E3A0E-827F-4E80-8E1D-EC954DF9AD81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58545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5909035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In an action plan, please provide: The actions to be performed, reasoning behind the actions and the expected outcome (if applicable).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Action Plans</a:t>
            </a:r>
            <a:endParaRPr lang="en-US" sz="3200" b="1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9AACC6-AE4A-4685-919F-DD26B85C1CA8}"/>
              </a:ext>
            </a:extLst>
          </p:cNvPr>
          <p:cNvSpPr txBox="1"/>
          <p:nvPr userDrawn="1"/>
        </p:nvSpPr>
        <p:spPr>
          <a:xfrm>
            <a:off x="9347562" y="50966"/>
            <a:ext cx="4572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457200" fontAlgn="base">
              <a:spcBef>
                <a:spcPct val="0"/>
              </a:spcBef>
              <a:spcAft>
                <a:spcPts val="900"/>
              </a:spcAft>
            </a:pPr>
            <a:r>
              <a:rPr lang="en-US" sz="1400">
                <a:solidFill>
                  <a:srgbClr val="0F238C"/>
                </a:solidFill>
                <a:ea typeface="MS PGothic" pitchFamily="34" charset="-128"/>
              </a:rPr>
              <a:t>Date:</a:t>
            </a:r>
          </a:p>
        </p:txBody>
      </p:sp>
      <p:sp>
        <p:nvSpPr>
          <p:cNvPr id="29" name="Text Placeholder 44">
            <a:extLst>
              <a:ext uri="{FF2B5EF4-FFF2-40B4-BE49-F238E27FC236}">
                <a16:creationId xmlns:a16="http://schemas.microsoft.com/office/drawing/2014/main" id="{8FD91A31-69D9-4CA8-8AE3-D04D72D3DE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787577" y="21436"/>
            <a:ext cx="1682496" cy="22373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YY.MM.DD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1081B33-4EA3-4E66-ABA5-D380E2A6E2CA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1798965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SML End slide 201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/>
          <p:cNvSpPr/>
          <p:nvPr userDrawn="1"/>
        </p:nvSpPr>
        <p:spPr>
          <a:xfrm>
            <a:off x="672591" y="3917809"/>
            <a:ext cx="723171" cy="774319"/>
          </a:xfrm>
          <a:custGeom>
            <a:avLst/>
            <a:gdLst>
              <a:gd name="connsiteX0" fmla="*/ 0 w 1097756"/>
              <a:gd name="connsiteY0" fmla="*/ 0 h 1181100"/>
              <a:gd name="connsiteX1" fmla="*/ 745331 w 1097756"/>
              <a:gd name="connsiteY1" fmla="*/ 0 h 1181100"/>
              <a:gd name="connsiteX2" fmla="*/ 1097756 w 1097756"/>
              <a:gd name="connsiteY2" fmla="*/ 1178718 h 1181100"/>
              <a:gd name="connsiteX3" fmla="*/ 523875 w 1097756"/>
              <a:gd name="connsiteY3" fmla="*/ 1181100 h 1181100"/>
              <a:gd name="connsiteX4" fmla="*/ 0 w 1097756"/>
              <a:gd name="connsiteY4" fmla="*/ 0 h 1181100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523875 w 1400175"/>
              <a:gd name="connsiteY3" fmla="*/ 1181100 h 2197893"/>
              <a:gd name="connsiteX4" fmla="*/ 0 w 1400175"/>
              <a:gd name="connsiteY4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1047750 w 1400175"/>
              <a:gd name="connsiteY3" fmla="*/ 1790700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50094 w 1400175"/>
              <a:gd name="connsiteY3" fmla="*/ 2193131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230981 w 1400175"/>
              <a:gd name="connsiteY5" fmla="*/ 295275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95262 w 1400175"/>
              <a:gd name="connsiteY5" fmla="*/ 1204913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135731 w 1400175"/>
              <a:gd name="connsiteY6" fmla="*/ 1102518 h 2197893"/>
              <a:gd name="connsiteX7" fmla="*/ 0 w 1400175"/>
              <a:gd name="connsiteY7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0 w 1400175"/>
              <a:gd name="connsiteY7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378619 w 1400175"/>
              <a:gd name="connsiteY7" fmla="*/ 862012 h 2197893"/>
              <a:gd name="connsiteX8" fmla="*/ 0 w 1400175"/>
              <a:gd name="connsiteY8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0 w 1400175"/>
              <a:gd name="connsiteY8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426244 w 1400175"/>
              <a:gd name="connsiteY8" fmla="*/ 1112043 h 2197893"/>
              <a:gd name="connsiteX9" fmla="*/ 0 w 1400175"/>
              <a:gd name="connsiteY9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0 w 1400175"/>
              <a:gd name="connsiteY9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52388 w 1400175"/>
              <a:gd name="connsiteY9" fmla="*/ 1131093 h 2197893"/>
              <a:gd name="connsiteX10" fmla="*/ 0 w 1400175"/>
              <a:gd name="connsiteY10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0 w 1400175"/>
              <a:gd name="connsiteY9" fmla="*/ 2197893 h 2197893"/>
              <a:gd name="connsiteX10" fmla="*/ 0 w 1400175"/>
              <a:gd name="connsiteY10" fmla="*/ 0 h 2197893"/>
              <a:gd name="connsiteX0" fmla="*/ 4762 w 1404937"/>
              <a:gd name="connsiteY0" fmla="*/ 0 h 2197893"/>
              <a:gd name="connsiteX1" fmla="*/ 750093 w 1404937"/>
              <a:gd name="connsiteY1" fmla="*/ 0 h 2197893"/>
              <a:gd name="connsiteX2" fmla="*/ 1404937 w 1404937"/>
              <a:gd name="connsiteY2" fmla="*/ 2197893 h 2197893"/>
              <a:gd name="connsiteX3" fmla="*/ 752475 w 1404937"/>
              <a:gd name="connsiteY3" fmla="*/ 2195512 h 2197893"/>
              <a:gd name="connsiteX4" fmla="*/ 376237 w 1404937"/>
              <a:gd name="connsiteY4" fmla="*/ 478631 h 2197893"/>
              <a:gd name="connsiteX5" fmla="*/ 178592 w 1404937"/>
              <a:gd name="connsiteY5" fmla="*/ 1383507 h 2197893"/>
              <a:gd name="connsiteX6" fmla="*/ 614362 w 1404937"/>
              <a:gd name="connsiteY6" fmla="*/ 1385887 h 2197893"/>
              <a:gd name="connsiteX7" fmla="*/ 697706 w 1404937"/>
              <a:gd name="connsiteY7" fmla="*/ 1797843 h 2197893"/>
              <a:gd name="connsiteX8" fmla="*/ 92868 w 1404937"/>
              <a:gd name="connsiteY8" fmla="*/ 1795462 h 2197893"/>
              <a:gd name="connsiteX9" fmla="*/ 4762 w 1404937"/>
              <a:gd name="connsiteY9" fmla="*/ 2197893 h 2197893"/>
              <a:gd name="connsiteX10" fmla="*/ 0 w 1404937"/>
              <a:gd name="connsiteY10" fmla="*/ 2045493 h 2197893"/>
              <a:gd name="connsiteX11" fmla="*/ 4762 w 1404937"/>
              <a:gd name="connsiteY11" fmla="*/ 0 h 2197893"/>
              <a:gd name="connsiteX0" fmla="*/ 652462 w 2052637"/>
              <a:gd name="connsiteY0" fmla="*/ 0 h 2197893"/>
              <a:gd name="connsiteX1" fmla="*/ 1397793 w 2052637"/>
              <a:gd name="connsiteY1" fmla="*/ 0 h 2197893"/>
              <a:gd name="connsiteX2" fmla="*/ 2052637 w 2052637"/>
              <a:gd name="connsiteY2" fmla="*/ 2197893 h 2197893"/>
              <a:gd name="connsiteX3" fmla="*/ 1400175 w 2052637"/>
              <a:gd name="connsiteY3" fmla="*/ 2195512 h 2197893"/>
              <a:gd name="connsiteX4" fmla="*/ 1023937 w 2052637"/>
              <a:gd name="connsiteY4" fmla="*/ 478631 h 2197893"/>
              <a:gd name="connsiteX5" fmla="*/ 826292 w 2052637"/>
              <a:gd name="connsiteY5" fmla="*/ 1383507 h 2197893"/>
              <a:gd name="connsiteX6" fmla="*/ 1262062 w 2052637"/>
              <a:gd name="connsiteY6" fmla="*/ 1385887 h 2197893"/>
              <a:gd name="connsiteX7" fmla="*/ 1345406 w 2052637"/>
              <a:gd name="connsiteY7" fmla="*/ 1797843 h 2197893"/>
              <a:gd name="connsiteX8" fmla="*/ 740568 w 2052637"/>
              <a:gd name="connsiteY8" fmla="*/ 1795462 h 2197893"/>
              <a:gd name="connsiteX9" fmla="*/ 652462 w 2052637"/>
              <a:gd name="connsiteY9" fmla="*/ 2197893 h 2197893"/>
              <a:gd name="connsiteX10" fmla="*/ 0 w 2052637"/>
              <a:gd name="connsiteY10" fmla="*/ 2193131 h 2197893"/>
              <a:gd name="connsiteX11" fmla="*/ 652462 w 2052637"/>
              <a:gd name="connsiteY11" fmla="*/ 0 h 2197893"/>
              <a:gd name="connsiteX0" fmla="*/ 652462 w 2052637"/>
              <a:gd name="connsiteY0" fmla="*/ 1 h 2197894"/>
              <a:gd name="connsiteX1" fmla="*/ 1397793 w 2052637"/>
              <a:gd name="connsiteY1" fmla="*/ 1 h 2197894"/>
              <a:gd name="connsiteX2" fmla="*/ 2052637 w 2052637"/>
              <a:gd name="connsiteY2" fmla="*/ 2197894 h 2197894"/>
              <a:gd name="connsiteX3" fmla="*/ 1400175 w 2052637"/>
              <a:gd name="connsiteY3" fmla="*/ 2195513 h 2197894"/>
              <a:gd name="connsiteX4" fmla="*/ 1023937 w 2052637"/>
              <a:gd name="connsiteY4" fmla="*/ 478632 h 2197894"/>
              <a:gd name="connsiteX5" fmla="*/ 826292 w 2052637"/>
              <a:gd name="connsiteY5" fmla="*/ 1383508 h 2197894"/>
              <a:gd name="connsiteX6" fmla="*/ 1262062 w 2052637"/>
              <a:gd name="connsiteY6" fmla="*/ 1385888 h 2197894"/>
              <a:gd name="connsiteX7" fmla="*/ 1345406 w 2052637"/>
              <a:gd name="connsiteY7" fmla="*/ 1797844 h 2197894"/>
              <a:gd name="connsiteX8" fmla="*/ 740568 w 2052637"/>
              <a:gd name="connsiteY8" fmla="*/ 1795463 h 2197894"/>
              <a:gd name="connsiteX9" fmla="*/ 652462 w 2052637"/>
              <a:gd name="connsiteY9" fmla="*/ 2197894 h 2197894"/>
              <a:gd name="connsiteX10" fmla="*/ 0 w 2052637"/>
              <a:gd name="connsiteY10" fmla="*/ 2193132 h 2197894"/>
              <a:gd name="connsiteX11" fmla="*/ 652462 w 2052637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62133 w 2052708"/>
              <a:gd name="connsiteY6" fmla="*/ 1385888 h 2197894"/>
              <a:gd name="connsiteX7" fmla="*/ 1345477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4508 w 2052708"/>
              <a:gd name="connsiteY6" fmla="*/ 1383506 h 2197894"/>
              <a:gd name="connsiteX7" fmla="*/ 1345477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4508 w 2052708"/>
              <a:gd name="connsiteY6" fmla="*/ 1383506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9271 w 2052708"/>
              <a:gd name="connsiteY6" fmla="*/ 1376363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21653 w 2052708"/>
              <a:gd name="connsiteY6" fmla="*/ 1383507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21653 w 2052708"/>
              <a:gd name="connsiteY6" fmla="*/ 1383507 h 2197894"/>
              <a:gd name="connsiteX7" fmla="*/ 1312139 w 2052708"/>
              <a:gd name="connsiteY7" fmla="*/ 1795463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052708" h="2197894">
                <a:moveTo>
                  <a:pt x="652533" y="1"/>
                </a:moveTo>
                <a:lnTo>
                  <a:pt x="1397864" y="1"/>
                </a:lnTo>
                <a:lnTo>
                  <a:pt x="2052708" y="2197894"/>
                </a:lnTo>
                <a:lnTo>
                  <a:pt x="1400246" y="2195513"/>
                </a:lnTo>
                <a:lnTo>
                  <a:pt x="1024008" y="478632"/>
                </a:lnTo>
                <a:lnTo>
                  <a:pt x="826363" y="1383508"/>
                </a:lnTo>
                <a:lnTo>
                  <a:pt x="1221653" y="1383507"/>
                </a:lnTo>
                <a:lnTo>
                  <a:pt x="1312139" y="1795463"/>
                </a:lnTo>
                <a:lnTo>
                  <a:pt x="740639" y="1795463"/>
                </a:lnTo>
                <a:lnTo>
                  <a:pt x="652533" y="2197894"/>
                </a:lnTo>
                <a:lnTo>
                  <a:pt x="71" y="2193132"/>
                </a:lnTo>
                <a:cubicBezTo>
                  <a:pt x="-7867" y="2197101"/>
                  <a:pt x="648565" y="-1587"/>
                  <a:pt x="652533" y="1"/>
                </a:cubicBezTo>
                <a:close/>
              </a:path>
            </a:pathLst>
          </a:custGeom>
          <a:solidFill>
            <a:srgbClr val="0F238C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28" name="Freeform 27"/>
          <p:cNvSpPr/>
          <p:nvPr userDrawn="1"/>
        </p:nvSpPr>
        <p:spPr>
          <a:xfrm>
            <a:off x="2084187" y="3916969"/>
            <a:ext cx="880860" cy="774321"/>
          </a:xfrm>
          <a:custGeom>
            <a:avLst/>
            <a:gdLst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0 w 688182"/>
              <a:gd name="connsiteY3" fmla="*/ 950119 h 950119"/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214313 w 688182"/>
              <a:gd name="connsiteY3" fmla="*/ 652463 h 950119"/>
              <a:gd name="connsiteX4" fmla="*/ 0 w 688182"/>
              <a:gd name="connsiteY4" fmla="*/ 950119 h 950119"/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111919 w 688182"/>
              <a:gd name="connsiteY3" fmla="*/ 95250 h 950119"/>
              <a:gd name="connsiteX4" fmla="*/ 0 w 688182"/>
              <a:gd name="connsiteY4" fmla="*/ 950119 h 950119"/>
              <a:gd name="connsiteX0" fmla="*/ 0 w 723900"/>
              <a:gd name="connsiteY0" fmla="*/ 1395413 h 1395413"/>
              <a:gd name="connsiteX1" fmla="*/ 611982 w 723900"/>
              <a:gd name="connsiteY1" fmla="*/ 1395413 h 1395413"/>
              <a:gd name="connsiteX2" fmla="*/ 723900 w 723900"/>
              <a:gd name="connsiteY2" fmla="*/ 0 h 1395413"/>
              <a:gd name="connsiteX3" fmla="*/ 111919 w 723900"/>
              <a:gd name="connsiteY3" fmla="*/ 540544 h 1395413"/>
              <a:gd name="connsiteX4" fmla="*/ 0 w 723900"/>
              <a:gd name="connsiteY4" fmla="*/ 1395413 h 1395413"/>
              <a:gd name="connsiteX0" fmla="*/ 0 w 723900"/>
              <a:gd name="connsiteY0" fmla="*/ 2031206 h 2031206"/>
              <a:gd name="connsiteX1" fmla="*/ 611982 w 723900"/>
              <a:gd name="connsiteY1" fmla="*/ 2031206 h 2031206"/>
              <a:gd name="connsiteX2" fmla="*/ 723900 w 723900"/>
              <a:gd name="connsiteY2" fmla="*/ 635793 h 2031206"/>
              <a:gd name="connsiteX3" fmla="*/ 266700 w 723900"/>
              <a:gd name="connsiteY3" fmla="*/ 0 h 2031206"/>
              <a:gd name="connsiteX4" fmla="*/ 0 w 723900"/>
              <a:gd name="connsiteY4" fmla="*/ 2031206 h 2031206"/>
              <a:gd name="connsiteX0" fmla="*/ 0 w 723900"/>
              <a:gd name="connsiteY0" fmla="*/ 2195513 h 2195513"/>
              <a:gd name="connsiteX1" fmla="*/ 611982 w 723900"/>
              <a:gd name="connsiteY1" fmla="*/ 2195513 h 2195513"/>
              <a:gd name="connsiteX2" fmla="*/ 723900 w 723900"/>
              <a:gd name="connsiteY2" fmla="*/ 800100 h 2195513"/>
              <a:gd name="connsiteX3" fmla="*/ 283369 w 723900"/>
              <a:gd name="connsiteY3" fmla="*/ 0 h 2195513"/>
              <a:gd name="connsiteX4" fmla="*/ 0 w 723900"/>
              <a:gd name="connsiteY4" fmla="*/ 2195513 h 2195513"/>
              <a:gd name="connsiteX0" fmla="*/ 0 w 723900"/>
              <a:gd name="connsiteY0" fmla="*/ 2195513 h 2195513"/>
              <a:gd name="connsiteX1" fmla="*/ 611982 w 723900"/>
              <a:gd name="connsiteY1" fmla="*/ 2195513 h 2195513"/>
              <a:gd name="connsiteX2" fmla="*/ 723900 w 723900"/>
              <a:gd name="connsiteY2" fmla="*/ 800100 h 2195513"/>
              <a:gd name="connsiteX3" fmla="*/ 500063 w 723900"/>
              <a:gd name="connsiteY3" fmla="*/ 388145 h 2195513"/>
              <a:gd name="connsiteX4" fmla="*/ 283369 w 723900"/>
              <a:gd name="connsiteY4" fmla="*/ 0 h 2195513"/>
              <a:gd name="connsiteX5" fmla="*/ 0 w 723900"/>
              <a:gd name="connsiteY5" fmla="*/ 2195513 h 2195513"/>
              <a:gd name="connsiteX0" fmla="*/ 0 w 945356"/>
              <a:gd name="connsiteY0" fmla="*/ 2195513 h 2195513"/>
              <a:gd name="connsiteX1" fmla="*/ 611982 w 945356"/>
              <a:gd name="connsiteY1" fmla="*/ 2195513 h 2195513"/>
              <a:gd name="connsiteX2" fmla="*/ 723900 w 945356"/>
              <a:gd name="connsiteY2" fmla="*/ 800100 h 2195513"/>
              <a:gd name="connsiteX3" fmla="*/ 945356 w 945356"/>
              <a:gd name="connsiteY3" fmla="*/ 2382 h 2195513"/>
              <a:gd name="connsiteX4" fmla="*/ 283369 w 945356"/>
              <a:gd name="connsiteY4" fmla="*/ 0 h 2195513"/>
              <a:gd name="connsiteX5" fmla="*/ 0 w 945356"/>
              <a:gd name="connsiteY5" fmla="*/ 2195513 h 2195513"/>
              <a:gd name="connsiteX0" fmla="*/ 0 w 945356"/>
              <a:gd name="connsiteY0" fmla="*/ 2195513 h 2195513"/>
              <a:gd name="connsiteX1" fmla="*/ 611982 w 945356"/>
              <a:gd name="connsiteY1" fmla="*/ 2195513 h 2195513"/>
              <a:gd name="connsiteX2" fmla="*/ 723900 w 945356"/>
              <a:gd name="connsiteY2" fmla="*/ 800100 h 2195513"/>
              <a:gd name="connsiteX3" fmla="*/ 790575 w 945356"/>
              <a:gd name="connsiteY3" fmla="*/ 545308 h 2195513"/>
              <a:gd name="connsiteX4" fmla="*/ 945356 w 945356"/>
              <a:gd name="connsiteY4" fmla="*/ 2382 h 2195513"/>
              <a:gd name="connsiteX5" fmla="*/ 283369 w 945356"/>
              <a:gd name="connsiteY5" fmla="*/ 0 h 2195513"/>
              <a:gd name="connsiteX6" fmla="*/ 0 w 945356"/>
              <a:gd name="connsiteY6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252537 w 1252537"/>
              <a:gd name="connsiteY3" fmla="*/ 1333501 h 2195513"/>
              <a:gd name="connsiteX4" fmla="*/ 945356 w 1252537"/>
              <a:gd name="connsiteY4" fmla="*/ 2382 h 2195513"/>
              <a:gd name="connsiteX5" fmla="*/ 283369 w 1252537"/>
              <a:gd name="connsiteY5" fmla="*/ 0 h 2195513"/>
              <a:gd name="connsiteX6" fmla="*/ 0 w 1252537"/>
              <a:gd name="connsiteY6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31082 w 1252537"/>
              <a:gd name="connsiteY3" fmla="*/ 1112045 h 2195513"/>
              <a:gd name="connsiteX4" fmla="*/ 1252537 w 1252537"/>
              <a:gd name="connsiteY4" fmla="*/ 1333501 h 2195513"/>
              <a:gd name="connsiteX5" fmla="*/ 945356 w 1252537"/>
              <a:gd name="connsiteY5" fmla="*/ 2382 h 2195513"/>
              <a:gd name="connsiteX6" fmla="*/ 283369 w 1252537"/>
              <a:gd name="connsiteY6" fmla="*/ 0 h 2195513"/>
              <a:gd name="connsiteX7" fmla="*/ 0 w 1252537"/>
              <a:gd name="connsiteY7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07270 w 1252537"/>
              <a:gd name="connsiteY3" fmla="*/ 2193132 h 2195513"/>
              <a:gd name="connsiteX4" fmla="*/ 1252537 w 1252537"/>
              <a:gd name="connsiteY4" fmla="*/ 1333501 h 2195513"/>
              <a:gd name="connsiteX5" fmla="*/ 945356 w 1252537"/>
              <a:gd name="connsiteY5" fmla="*/ 2382 h 2195513"/>
              <a:gd name="connsiteX6" fmla="*/ 283369 w 1252537"/>
              <a:gd name="connsiteY6" fmla="*/ 0 h 2195513"/>
              <a:gd name="connsiteX7" fmla="*/ 0 w 1252537"/>
              <a:gd name="connsiteY7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07270 w 1252537"/>
              <a:gd name="connsiteY3" fmla="*/ 2193132 h 2195513"/>
              <a:gd name="connsiteX4" fmla="*/ 1173957 w 1252537"/>
              <a:gd name="connsiteY4" fmla="*/ 1600202 h 2195513"/>
              <a:gd name="connsiteX5" fmla="*/ 1252537 w 1252537"/>
              <a:gd name="connsiteY5" fmla="*/ 1333501 h 2195513"/>
              <a:gd name="connsiteX6" fmla="*/ 945356 w 1252537"/>
              <a:gd name="connsiteY6" fmla="*/ 2382 h 2195513"/>
              <a:gd name="connsiteX7" fmla="*/ 283369 w 1252537"/>
              <a:gd name="connsiteY7" fmla="*/ 0 h 2195513"/>
              <a:gd name="connsiteX8" fmla="*/ 0 w 1252537"/>
              <a:gd name="connsiteY8" fmla="*/ 2195513 h 2195513"/>
              <a:gd name="connsiteX0" fmla="*/ 0 w 1488282"/>
              <a:gd name="connsiteY0" fmla="*/ 2195513 h 2195514"/>
              <a:gd name="connsiteX1" fmla="*/ 611982 w 1488282"/>
              <a:gd name="connsiteY1" fmla="*/ 2195513 h 2195514"/>
              <a:gd name="connsiteX2" fmla="*/ 723900 w 1488282"/>
              <a:gd name="connsiteY2" fmla="*/ 800100 h 2195514"/>
              <a:gd name="connsiteX3" fmla="*/ 1007270 w 1488282"/>
              <a:gd name="connsiteY3" fmla="*/ 2193132 h 2195514"/>
              <a:gd name="connsiteX4" fmla="*/ 1488282 w 1488282"/>
              <a:gd name="connsiteY4" fmla="*/ 2195514 h 2195514"/>
              <a:gd name="connsiteX5" fmla="*/ 1252537 w 1488282"/>
              <a:gd name="connsiteY5" fmla="*/ 1333501 h 2195514"/>
              <a:gd name="connsiteX6" fmla="*/ 945356 w 1488282"/>
              <a:gd name="connsiteY6" fmla="*/ 2382 h 2195514"/>
              <a:gd name="connsiteX7" fmla="*/ 283369 w 1488282"/>
              <a:gd name="connsiteY7" fmla="*/ 0 h 2195514"/>
              <a:gd name="connsiteX8" fmla="*/ 0 w 1488282"/>
              <a:gd name="connsiteY8" fmla="*/ 2195513 h 2195514"/>
              <a:gd name="connsiteX0" fmla="*/ 0 w 1488282"/>
              <a:gd name="connsiteY0" fmla="*/ 2195513 h 2195514"/>
              <a:gd name="connsiteX1" fmla="*/ 611982 w 1488282"/>
              <a:gd name="connsiteY1" fmla="*/ 2195513 h 2195514"/>
              <a:gd name="connsiteX2" fmla="*/ 723900 w 1488282"/>
              <a:gd name="connsiteY2" fmla="*/ 800100 h 2195514"/>
              <a:gd name="connsiteX3" fmla="*/ 1007270 w 1488282"/>
              <a:gd name="connsiteY3" fmla="*/ 2193132 h 2195514"/>
              <a:gd name="connsiteX4" fmla="*/ 1488282 w 1488282"/>
              <a:gd name="connsiteY4" fmla="*/ 2195514 h 2195514"/>
              <a:gd name="connsiteX5" fmla="*/ 1352549 w 1488282"/>
              <a:gd name="connsiteY5" fmla="*/ 1690688 h 2195514"/>
              <a:gd name="connsiteX6" fmla="*/ 1252537 w 1488282"/>
              <a:gd name="connsiteY6" fmla="*/ 1333501 h 2195514"/>
              <a:gd name="connsiteX7" fmla="*/ 945356 w 1488282"/>
              <a:gd name="connsiteY7" fmla="*/ 2382 h 2195514"/>
              <a:gd name="connsiteX8" fmla="*/ 283369 w 1488282"/>
              <a:gd name="connsiteY8" fmla="*/ 0 h 2195514"/>
              <a:gd name="connsiteX9" fmla="*/ 0 w 1488282"/>
              <a:gd name="connsiteY9" fmla="*/ 2195513 h 2195514"/>
              <a:gd name="connsiteX0" fmla="*/ 0 w 1781174"/>
              <a:gd name="connsiteY0" fmla="*/ 2195513 h 2195514"/>
              <a:gd name="connsiteX1" fmla="*/ 611982 w 1781174"/>
              <a:gd name="connsiteY1" fmla="*/ 2195513 h 2195514"/>
              <a:gd name="connsiteX2" fmla="*/ 723900 w 1781174"/>
              <a:gd name="connsiteY2" fmla="*/ 800100 h 2195514"/>
              <a:gd name="connsiteX3" fmla="*/ 1007270 w 1781174"/>
              <a:gd name="connsiteY3" fmla="*/ 2193132 h 2195514"/>
              <a:gd name="connsiteX4" fmla="*/ 1488282 w 1781174"/>
              <a:gd name="connsiteY4" fmla="*/ 2195514 h 2195514"/>
              <a:gd name="connsiteX5" fmla="*/ 1781174 w 1781174"/>
              <a:gd name="connsiteY5" fmla="*/ 792957 h 2195514"/>
              <a:gd name="connsiteX6" fmla="*/ 1252537 w 1781174"/>
              <a:gd name="connsiteY6" fmla="*/ 1333501 h 2195514"/>
              <a:gd name="connsiteX7" fmla="*/ 945356 w 1781174"/>
              <a:gd name="connsiteY7" fmla="*/ 2382 h 2195514"/>
              <a:gd name="connsiteX8" fmla="*/ 283369 w 1781174"/>
              <a:gd name="connsiteY8" fmla="*/ 0 h 2195514"/>
              <a:gd name="connsiteX9" fmla="*/ 0 w 1781174"/>
              <a:gd name="connsiteY9" fmla="*/ 2195513 h 2195514"/>
              <a:gd name="connsiteX0" fmla="*/ 0 w 1781174"/>
              <a:gd name="connsiteY0" fmla="*/ 2195513 h 2195514"/>
              <a:gd name="connsiteX1" fmla="*/ 611982 w 1781174"/>
              <a:gd name="connsiteY1" fmla="*/ 2195513 h 2195514"/>
              <a:gd name="connsiteX2" fmla="*/ 723900 w 1781174"/>
              <a:gd name="connsiteY2" fmla="*/ 800100 h 2195514"/>
              <a:gd name="connsiteX3" fmla="*/ 1007270 w 1781174"/>
              <a:gd name="connsiteY3" fmla="*/ 2193132 h 2195514"/>
              <a:gd name="connsiteX4" fmla="*/ 1488282 w 1781174"/>
              <a:gd name="connsiteY4" fmla="*/ 2195514 h 2195514"/>
              <a:gd name="connsiteX5" fmla="*/ 1781174 w 1781174"/>
              <a:gd name="connsiteY5" fmla="*/ 792957 h 2195514"/>
              <a:gd name="connsiteX6" fmla="*/ 1528762 w 1781174"/>
              <a:gd name="connsiteY6" fmla="*/ 1052513 h 2195514"/>
              <a:gd name="connsiteX7" fmla="*/ 1252537 w 1781174"/>
              <a:gd name="connsiteY7" fmla="*/ 1333501 h 2195514"/>
              <a:gd name="connsiteX8" fmla="*/ 945356 w 1781174"/>
              <a:gd name="connsiteY8" fmla="*/ 2382 h 2195514"/>
              <a:gd name="connsiteX9" fmla="*/ 283369 w 1781174"/>
              <a:gd name="connsiteY9" fmla="*/ 0 h 2195514"/>
              <a:gd name="connsiteX10" fmla="*/ 0 w 1781174"/>
              <a:gd name="connsiteY10" fmla="*/ 2195513 h 2195514"/>
              <a:gd name="connsiteX0" fmla="*/ 0 w 1781174"/>
              <a:gd name="connsiteY0" fmla="*/ 2197894 h 2197895"/>
              <a:gd name="connsiteX1" fmla="*/ 611982 w 1781174"/>
              <a:gd name="connsiteY1" fmla="*/ 2197894 h 2197895"/>
              <a:gd name="connsiteX2" fmla="*/ 723900 w 1781174"/>
              <a:gd name="connsiteY2" fmla="*/ 802481 h 2197895"/>
              <a:gd name="connsiteX3" fmla="*/ 1007270 w 1781174"/>
              <a:gd name="connsiteY3" fmla="*/ 2195513 h 2197895"/>
              <a:gd name="connsiteX4" fmla="*/ 1488282 w 1781174"/>
              <a:gd name="connsiteY4" fmla="*/ 2197895 h 2197895"/>
              <a:gd name="connsiteX5" fmla="*/ 1781174 w 1781174"/>
              <a:gd name="connsiteY5" fmla="*/ 795338 h 2197895"/>
              <a:gd name="connsiteX6" fmla="*/ 1559719 w 1781174"/>
              <a:gd name="connsiteY6" fmla="*/ 0 h 2197895"/>
              <a:gd name="connsiteX7" fmla="*/ 1252537 w 1781174"/>
              <a:gd name="connsiteY7" fmla="*/ 1335882 h 2197895"/>
              <a:gd name="connsiteX8" fmla="*/ 945356 w 1781174"/>
              <a:gd name="connsiteY8" fmla="*/ 4763 h 2197895"/>
              <a:gd name="connsiteX9" fmla="*/ 283369 w 1781174"/>
              <a:gd name="connsiteY9" fmla="*/ 2381 h 2197895"/>
              <a:gd name="connsiteX10" fmla="*/ 0 w 1781174"/>
              <a:gd name="connsiteY10" fmla="*/ 2197894 h 2197895"/>
              <a:gd name="connsiteX0" fmla="*/ 0 w 1781174"/>
              <a:gd name="connsiteY0" fmla="*/ 2197894 h 2197895"/>
              <a:gd name="connsiteX1" fmla="*/ 611982 w 1781174"/>
              <a:gd name="connsiteY1" fmla="*/ 2197894 h 2197895"/>
              <a:gd name="connsiteX2" fmla="*/ 723900 w 1781174"/>
              <a:gd name="connsiteY2" fmla="*/ 802481 h 2197895"/>
              <a:gd name="connsiteX3" fmla="*/ 1007270 w 1781174"/>
              <a:gd name="connsiteY3" fmla="*/ 2195513 h 2197895"/>
              <a:gd name="connsiteX4" fmla="*/ 1488282 w 1781174"/>
              <a:gd name="connsiteY4" fmla="*/ 2197895 h 2197895"/>
              <a:gd name="connsiteX5" fmla="*/ 1781174 w 1781174"/>
              <a:gd name="connsiteY5" fmla="*/ 795338 h 2197895"/>
              <a:gd name="connsiteX6" fmla="*/ 1688306 w 1781174"/>
              <a:gd name="connsiteY6" fmla="*/ 454820 h 2197895"/>
              <a:gd name="connsiteX7" fmla="*/ 1559719 w 1781174"/>
              <a:gd name="connsiteY7" fmla="*/ 0 h 2197895"/>
              <a:gd name="connsiteX8" fmla="*/ 1252537 w 1781174"/>
              <a:gd name="connsiteY8" fmla="*/ 1335882 h 2197895"/>
              <a:gd name="connsiteX9" fmla="*/ 945356 w 1781174"/>
              <a:gd name="connsiteY9" fmla="*/ 4763 h 2197895"/>
              <a:gd name="connsiteX10" fmla="*/ 283369 w 1781174"/>
              <a:gd name="connsiteY10" fmla="*/ 2381 h 2197895"/>
              <a:gd name="connsiteX11" fmla="*/ 0 w 1781174"/>
              <a:gd name="connsiteY11" fmla="*/ 2197894 h 2197895"/>
              <a:gd name="connsiteX0" fmla="*/ 0 w 2212181"/>
              <a:gd name="connsiteY0" fmla="*/ 2197894 h 2197895"/>
              <a:gd name="connsiteX1" fmla="*/ 611982 w 2212181"/>
              <a:gd name="connsiteY1" fmla="*/ 2197894 h 2197895"/>
              <a:gd name="connsiteX2" fmla="*/ 723900 w 2212181"/>
              <a:gd name="connsiteY2" fmla="*/ 802481 h 2197895"/>
              <a:gd name="connsiteX3" fmla="*/ 1007270 w 2212181"/>
              <a:gd name="connsiteY3" fmla="*/ 2195513 h 2197895"/>
              <a:gd name="connsiteX4" fmla="*/ 1488282 w 2212181"/>
              <a:gd name="connsiteY4" fmla="*/ 2197895 h 2197895"/>
              <a:gd name="connsiteX5" fmla="*/ 1781174 w 2212181"/>
              <a:gd name="connsiteY5" fmla="*/ 795338 h 2197895"/>
              <a:gd name="connsiteX6" fmla="*/ 2212181 w 2212181"/>
              <a:gd name="connsiteY6" fmla="*/ 7145 h 2197895"/>
              <a:gd name="connsiteX7" fmla="*/ 1559719 w 2212181"/>
              <a:gd name="connsiteY7" fmla="*/ 0 h 2197895"/>
              <a:gd name="connsiteX8" fmla="*/ 1252537 w 2212181"/>
              <a:gd name="connsiteY8" fmla="*/ 1335882 h 2197895"/>
              <a:gd name="connsiteX9" fmla="*/ 945356 w 2212181"/>
              <a:gd name="connsiteY9" fmla="*/ 4763 h 2197895"/>
              <a:gd name="connsiteX10" fmla="*/ 283369 w 2212181"/>
              <a:gd name="connsiteY10" fmla="*/ 2381 h 2197895"/>
              <a:gd name="connsiteX11" fmla="*/ 0 w 2212181"/>
              <a:gd name="connsiteY11" fmla="*/ 2197894 h 2197895"/>
              <a:gd name="connsiteX0" fmla="*/ 0 w 2212181"/>
              <a:gd name="connsiteY0" fmla="*/ 2197894 h 2197895"/>
              <a:gd name="connsiteX1" fmla="*/ 611982 w 2212181"/>
              <a:gd name="connsiteY1" fmla="*/ 2197894 h 2197895"/>
              <a:gd name="connsiteX2" fmla="*/ 723900 w 2212181"/>
              <a:gd name="connsiteY2" fmla="*/ 802481 h 2197895"/>
              <a:gd name="connsiteX3" fmla="*/ 1007270 w 2212181"/>
              <a:gd name="connsiteY3" fmla="*/ 2195513 h 2197895"/>
              <a:gd name="connsiteX4" fmla="*/ 1488282 w 2212181"/>
              <a:gd name="connsiteY4" fmla="*/ 2197895 h 2197895"/>
              <a:gd name="connsiteX5" fmla="*/ 1781174 w 2212181"/>
              <a:gd name="connsiteY5" fmla="*/ 795338 h 2197895"/>
              <a:gd name="connsiteX6" fmla="*/ 2035968 w 2212181"/>
              <a:gd name="connsiteY6" fmla="*/ 328614 h 2197895"/>
              <a:gd name="connsiteX7" fmla="*/ 2212181 w 2212181"/>
              <a:gd name="connsiteY7" fmla="*/ 7145 h 2197895"/>
              <a:gd name="connsiteX8" fmla="*/ 1559719 w 2212181"/>
              <a:gd name="connsiteY8" fmla="*/ 0 h 2197895"/>
              <a:gd name="connsiteX9" fmla="*/ 1252537 w 2212181"/>
              <a:gd name="connsiteY9" fmla="*/ 1335882 h 2197895"/>
              <a:gd name="connsiteX10" fmla="*/ 945356 w 2212181"/>
              <a:gd name="connsiteY10" fmla="*/ 4763 h 2197895"/>
              <a:gd name="connsiteX11" fmla="*/ 283369 w 2212181"/>
              <a:gd name="connsiteY11" fmla="*/ 2381 h 2197895"/>
              <a:gd name="connsiteX12" fmla="*/ 0 w 2212181"/>
              <a:gd name="connsiteY12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2500312 w 2500312"/>
              <a:gd name="connsiteY6" fmla="*/ 2197895 h 2197895"/>
              <a:gd name="connsiteX7" fmla="*/ 2212181 w 2500312"/>
              <a:gd name="connsiteY7" fmla="*/ 7145 h 2197895"/>
              <a:gd name="connsiteX8" fmla="*/ 1559719 w 2500312"/>
              <a:gd name="connsiteY8" fmla="*/ 0 h 2197895"/>
              <a:gd name="connsiteX9" fmla="*/ 1252537 w 2500312"/>
              <a:gd name="connsiteY9" fmla="*/ 1335882 h 2197895"/>
              <a:gd name="connsiteX10" fmla="*/ 945356 w 2500312"/>
              <a:gd name="connsiteY10" fmla="*/ 4763 h 2197895"/>
              <a:gd name="connsiteX11" fmla="*/ 283369 w 2500312"/>
              <a:gd name="connsiteY11" fmla="*/ 2381 h 2197895"/>
              <a:gd name="connsiteX12" fmla="*/ 0 w 2500312"/>
              <a:gd name="connsiteY12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2190748 w 2500312"/>
              <a:gd name="connsiteY6" fmla="*/ 1595439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1883567 w 2500312"/>
              <a:gd name="connsiteY6" fmla="*/ 2195514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76411 w 2500312"/>
              <a:gd name="connsiteY5" fmla="*/ 809626 h 2197895"/>
              <a:gd name="connsiteX6" fmla="*/ 1883567 w 2500312"/>
              <a:gd name="connsiteY6" fmla="*/ 2195514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500312" h="2197895">
                <a:moveTo>
                  <a:pt x="0" y="2197894"/>
                </a:moveTo>
                <a:lnTo>
                  <a:pt x="611982" y="2197894"/>
                </a:lnTo>
                <a:lnTo>
                  <a:pt x="723900" y="802481"/>
                </a:lnTo>
                <a:lnTo>
                  <a:pt x="1007270" y="2195513"/>
                </a:lnTo>
                <a:lnTo>
                  <a:pt x="1488282" y="2197895"/>
                </a:lnTo>
                <a:lnTo>
                  <a:pt x="1776411" y="809626"/>
                </a:lnTo>
                <a:lnTo>
                  <a:pt x="1883567" y="2195514"/>
                </a:lnTo>
                <a:lnTo>
                  <a:pt x="2500312" y="2197895"/>
                </a:lnTo>
                <a:lnTo>
                  <a:pt x="2212181" y="7145"/>
                </a:lnTo>
                <a:lnTo>
                  <a:pt x="1559719" y="0"/>
                </a:lnTo>
                <a:lnTo>
                  <a:pt x="1252537" y="1335882"/>
                </a:lnTo>
                <a:lnTo>
                  <a:pt x="945356" y="4763"/>
                </a:lnTo>
                <a:lnTo>
                  <a:pt x="283369" y="2381"/>
                </a:lnTo>
                <a:lnTo>
                  <a:pt x="0" y="2197894"/>
                </a:lnTo>
                <a:close/>
              </a:path>
            </a:pathLst>
          </a:custGeom>
          <a:solidFill>
            <a:srgbClr val="0F238C"/>
          </a:solidFill>
          <a:ln w="190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29" name="Freeform 28"/>
          <p:cNvSpPr/>
          <p:nvPr userDrawn="1"/>
        </p:nvSpPr>
        <p:spPr>
          <a:xfrm>
            <a:off x="3072428" y="3918645"/>
            <a:ext cx="494960" cy="771803"/>
          </a:xfrm>
          <a:custGeom>
            <a:avLst/>
            <a:gdLst>
              <a:gd name="connsiteX0" fmla="*/ 0 w 1428750"/>
              <a:gd name="connsiteY0" fmla="*/ 997744 h 997744"/>
              <a:gd name="connsiteX1" fmla="*/ 1404937 w 1428750"/>
              <a:gd name="connsiteY1" fmla="*/ 997744 h 997744"/>
              <a:gd name="connsiteX2" fmla="*/ 1404937 w 1428750"/>
              <a:gd name="connsiteY2" fmla="*/ 538163 h 997744"/>
              <a:gd name="connsiteX3" fmla="*/ 1428750 w 1428750"/>
              <a:gd name="connsiteY3" fmla="*/ 540544 h 997744"/>
              <a:gd name="connsiteX4" fmla="*/ 590550 w 1428750"/>
              <a:gd name="connsiteY4" fmla="*/ 540544 h 997744"/>
              <a:gd name="connsiteX5" fmla="*/ 590550 w 1428750"/>
              <a:gd name="connsiteY5" fmla="*/ 0 h 997744"/>
              <a:gd name="connsiteX6" fmla="*/ 0 w 1428750"/>
              <a:gd name="connsiteY6" fmla="*/ 0 h 997744"/>
              <a:gd name="connsiteX7" fmla="*/ 0 w 1428750"/>
              <a:gd name="connsiteY7" fmla="*/ 997744 h 997744"/>
              <a:gd name="connsiteX0" fmla="*/ 0 w 1404937"/>
              <a:gd name="connsiteY0" fmla="*/ 997744 h 997744"/>
              <a:gd name="connsiteX1" fmla="*/ 1404937 w 1404937"/>
              <a:gd name="connsiteY1" fmla="*/ 997744 h 997744"/>
              <a:gd name="connsiteX2" fmla="*/ 1404937 w 1404937"/>
              <a:gd name="connsiteY2" fmla="*/ 538163 h 997744"/>
              <a:gd name="connsiteX3" fmla="*/ 1219200 w 1404937"/>
              <a:gd name="connsiteY3" fmla="*/ 476250 h 997744"/>
              <a:gd name="connsiteX4" fmla="*/ 590550 w 1404937"/>
              <a:gd name="connsiteY4" fmla="*/ 540544 h 997744"/>
              <a:gd name="connsiteX5" fmla="*/ 590550 w 1404937"/>
              <a:gd name="connsiteY5" fmla="*/ 0 h 997744"/>
              <a:gd name="connsiteX6" fmla="*/ 0 w 1404937"/>
              <a:gd name="connsiteY6" fmla="*/ 0 h 997744"/>
              <a:gd name="connsiteX7" fmla="*/ 0 w 1404937"/>
              <a:gd name="connsiteY7" fmla="*/ 997744 h 997744"/>
              <a:gd name="connsiteX0" fmla="*/ 0 w 1404937"/>
              <a:gd name="connsiteY0" fmla="*/ 997744 h 997744"/>
              <a:gd name="connsiteX1" fmla="*/ 1404937 w 1404937"/>
              <a:gd name="connsiteY1" fmla="*/ 997744 h 997744"/>
              <a:gd name="connsiteX2" fmla="*/ 1404937 w 1404937"/>
              <a:gd name="connsiteY2" fmla="*/ 538163 h 997744"/>
              <a:gd name="connsiteX3" fmla="*/ 590550 w 1404937"/>
              <a:gd name="connsiteY3" fmla="*/ 540544 h 997744"/>
              <a:gd name="connsiteX4" fmla="*/ 590550 w 1404937"/>
              <a:gd name="connsiteY4" fmla="*/ 0 h 997744"/>
              <a:gd name="connsiteX5" fmla="*/ 0 w 1404937"/>
              <a:gd name="connsiteY5" fmla="*/ 0 h 997744"/>
              <a:gd name="connsiteX6" fmla="*/ 0 w 1404937"/>
              <a:gd name="connsiteY6" fmla="*/ 997744 h 997744"/>
              <a:gd name="connsiteX0" fmla="*/ 0 w 1404937"/>
              <a:gd name="connsiteY0" fmla="*/ 1614488 h 1614488"/>
              <a:gd name="connsiteX1" fmla="*/ 1404937 w 1404937"/>
              <a:gd name="connsiteY1" fmla="*/ 1614488 h 1614488"/>
              <a:gd name="connsiteX2" fmla="*/ 1404937 w 1404937"/>
              <a:gd name="connsiteY2" fmla="*/ 1154907 h 1614488"/>
              <a:gd name="connsiteX3" fmla="*/ 590550 w 1404937"/>
              <a:gd name="connsiteY3" fmla="*/ 1157288 h 1614488"/>
              <a:gd name="connsiteX4" fmla="*/ 592931 w 1404937"/>
              <a:gd name="connsiteY4" fmla="*/ 0 h 1614488"/>
              <a:gd name="connsiteX5" fmla="*/ 0 w 1404937"/>
              <a:gd name="connsiteY5" fmla="*/ 616744 h 1614488"/>
              <a:gd name="connsiteX6" fmla="*/ 0 w 1404937"/>
              <a:gd name="connsiteY6" fmla="*/ 1614488 h 1614488"/>
              <a:gd name="connsiteX0" fmla="*/ 0 w 1404937"/>
              <a:gd name="connsiteY0" fmla="*/ 2188369 h 2188369"/>
              <a:gd name="connsiteX1" fmla="*/ 1404937 w 1404937"/>
              <a:gd name="connsiteY1" fmla="*/ 2188369 h 2188369"/>
              <a:gd name="connsiteX2" fmla="*/ 1404937 w 1404937"/>
              <a:gd name="connsiteY2" fmla="*/ 1728788 h 2188369"/>
              <a:gd name="connsiteX3" fmla="*/ 590550 w 1404937"/>
              <a:gd name="connsiteY3" fmla="*/ 1731169 h 2188369"/>
              <a:gd name="connsiteX4" fmla="*/ 592931 w 1404937"/>
              <a:gd name="connsiteY4" fmla="*/ 573881 h 2188369"/>
              <a:gd name="connsiteX5" fmla="*/ 2382 w 1404937"/>
              <a:gd name="connsiteY5" fmla="*/ 0 h 2188369"/>
              <a:gd name="connsiteX6" fmla="*/ 0 w 1404937"/>
              <a:gd name="connsiteY6" fmla="*/ 2188369 h 2188369"/>
              <a:gd name="connsiteX0" fmla="*/ 0 w 1404937"/>
              <a:gd name="connsiteY0" fmla="*/ 2190750 h 2190750"/>
              <a:gd name="connsiteX1" fmla="*/ 1404937 w 1404937"/>
              <a:gd name="connsiteY1" fmla="*/ 2190750 h 2190750"/>
              <a:gd name="connsiteX2" fmla="*/ 1404937 w 1404937"/>
              <a:gd name="connsiteY2" fmla="*/ 1731169 h 2190750"/>
              <a:gd name="connsiteX3" fmla="*/ 590550 w 1404937"/>
              <a:gd name="connsiteY3" fmla="*/ 1733550 h 2190750"/>
              <a:gd name="connsiteX4" fmla="*/ 592931 w 1404937"/>
              <a:gd name="connsiteY4" fmla="*/ 0 h 2190750"/>
              <a:gd name="connsiteX5" fmla="*/ 2382 w 1404937"/>
              <a:gd name="connsiteY5" fmla="*/ 2381 h 2190750"/>
              <a:gd name="connsiteX6" fmla="*/ 0 w 1404937"/>
              <a:gd name="connsiteY6" fmla="*/ 219075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04937" h="2190750">
                <a:moveTo>
                  <a:pt x="0" y="2190750"/>
                </a:moveTo>
                <a:lnTo>
                  <a:pt x="1404937" y="2190750"/>
                </a:lnTo>
                <a:lnTo>
                  <a:pt x="1404937" y="1731169"/>
                </a:lnTo>
                <a:lnTo>
                  <a:pt x="590550" y="1733550"/>
                </a:lnTo>
                <a:cubicBezTo>
                  <a:pt x="591344" y="1347787"/>
                  <a:pt x="592137" y="385763"/>
                  <a:pt x="592931" y="0"/>
                </a:cubicBezTo>
                <a:lnTo>
                  <a:pt x="2382" y="2381"/>
                </a:lnTo>
                <a:cubicBezTo>
                  <a:pt x="3969" y="334962"/>
                  <a:pt x="3175" y="1858169"/>
                  <a:pt x="0" y="2190750"/>
                </a:cubicBezTo>
                <a:close/>
              </a:path>
            </a:pathLst>
          </a:custGeom>
          <a:solidFill>
            <a:srgbClr val="0F238C"/>
          </a:solidFill>
          <a:ln w="190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0" name="Freeform 29"/>
          <p:cNvSpPr/>
          <p:nvPr userDrawn="1"/>
        </p:nvSpPr>
        <p:spPr>
          <a:xfrm>
            <a:off x="1442740" y="4073005"/>
            <a:ext cx="573016" cy="634240"/>
          </a:xfrm>
          <a:custGeom>
            <a:avLst/>
            <a:gdLst>
              <a:gd name="connsiteX0" fmla="*/ 0 w 483394"/>
              <a:gd name="connsiteY0" fmla="*/ 0 h 645319"/>
              <a:gd name="connsiteX1" fmla="*/ 0 w 483394"/>
              <a:gd name="connsiteY1" fmla="*/ 528638 h 645319"/>
              <a:gd name="connsiteX2" fmla="*/ 33338 w 483394"/>
              <a:gd name="connsiteY2" fmla="*/ 528638 h 645319"/>
              <a:gd name="connsiteX3" fmla="*/ 381000 w 483394"/>
              <a:gd name="connsiteY3" fmla="*/ 645319 h 645319"/>
              <a:gd name="connsiteX4" fmla="*/ 483394 w 483394"/>
              <a:gd name="connsiteY4" fmla="*/ 216694 h 645319"/>
              <a:gd name="connsiteX5" fmla="*/ 0 w 483394"/>
              <a:gd name="connsiteY5" fmla="*/ 0 h 645319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33338 w 1626394"/>
              <a:gd name="connsiteY2" fmla="*/ 528638 h 528638"/>
              <a:gd name="connsiteX3" fmla="*/ 1626394 w 1626394"/>
              <a:gd name="connsiteY3" fmla="*/ 7144 h 528638"/>
              <a:gd name="connsiteX4" fmla="*/ 483394 w 1626394"/>
              <a:gd name="connsiteY4" fmla="*/ 216694 h 528638"/>
              <a:gd name="connsiteX5" fmla="*/ 0 w 1626394"/>
              <a:gd name="connsiteY5" fmla="*/ 0 h 528638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33338 w 1626394"/>
              <a:gd name="connsiteY2" fmla="*/ 528638 h 528638"/>
              <a:gd name="connsiteX3" fmla="*/ 1626394 w 1626394"/>
              <a:gd name="connsiteY3" fmla="*/ 7144 h 528638"/>
              <a:gd name="connsiteX4" fmla="*/ 483394 w 1626394"/>
              <a:gd name="connsiteY4" fmla="*/ 216694 h 528638"/>
              <a:gd name="connsiteX5" fmla="*/ 0 w 1626394"/>
              <a:gd name="connsiteY5" fmla="*/ 0 h 528638"/>
              <a:gd name="connsiteX0" fmla="*/ 0 w 1626394"/>
              <a:gd name="connsiteY0" fmla="*/ 0 h 714375"/>
              <a:gd name="connsiteX1" fmla="*/ 0 w 1626394"/>
              <a:gd name="connsiteY1" fmla="*/ 528638 h 714375"/>
              <a:gd name="connsiteX2" fmla="*/ 354807 w 1626394"/>
              <a:gd name="connsiteY2" fmla="*/ 714375 h 714375"/>
              <a:gd name="connsiteX3" fmla="*/ 1626394 w 1626394"/>
              <a:gd name="connsiteY3" fmla="*/ 7144 h 714375"/>
              <a:gd name="connsiteX4" fmla="*/ 483394 w 1626394"/>
              <a:gd name="connsiteY4" fmla="*/ 216694 h 714375"/>
              <a:gd name="connsiteX5" fmla="*/ 0 w 1626394"/>
              <a:gd name="connsiteY5" fmla="*/ 0 h 714375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1626394 w 1626394"/>
              <a:gd name="connsiteY2" fmla="*/ 7144 h 528638"/>
              <a:gd name="connsiteX3" fmla="*/ 483394 w 1626394"/>
              <a:gd name="connsiteY3" fmla="*/ 216694 h 528638"/>
              <a:gd name="connsiteX4" fmla="*/ 0 w 1626394"/>
              <a:gd name="connsiteY4" fmla="*/ 0 h 528638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1626394 w 1626394"/>
              <a:gd name="connsiteY2" fmla="*/ 7144 h 528638"/>
              <a:gd name="connsiteX3" fmla="*/ 483394 w 1626394"/>
              <a:gd name="connsiteY3" fmla="*/ 216694 h 528638"/>
              <a:gd name="connsiteX4" fmla="*/ 0 w 1626394"/>
              <a:gd name="connsiteY4" fmla="*/ 0 h 528638"/>
              <a:gd name="connsiteX0" fmla="*/ 0 w 1626394"/>
              <a:gd name="connsiteY0" fmla="*/ 0 h 681404"/>
              <a:gd name="connsiteX1" fmla="*/ 0 w 1626394"/>
              <a:gd name="connsiteY1" fmla="*/ 528638 h 681404"/>
              <a:gd name="connsiteX2" fmla="*/ 1626394 w 1626394"/>
              <a:gd name="connsiteY2" fmla="*/ 7144 h 681404"/>
              <a:gd name="connsiteX3" fmla="*/ 483394 w 1626394"/>
              <a:gd name="connsiteY3" fmla="*/ 216694 h 681404"/>
              <a:gd name="connsiteX4" fmla="*/ 0 w 1626394"/>
              <a:gd name="connsiteY4" fmla="*/ 0 h 681404"/>
              <a:gd name="connsiteX0" fmla="*/ 0 w 1626394"/>
              <a:gd name="connsiteY0" fmla="*/ 0 h 661055"/>
              <a:gd name="connsiteX1" fmla="*/ 0 w 1626394"/>
              <a:gd name="connsiteY1" fmla="*/ 528638 h 661055"/>
              <a:gd name="connsiteX2" fmla="*/ 1626394 w 1626394"/>
              <a:gd name="connsiteY2" fmla="*/ 7144 h 661055"/>
              <a:gd name="connsiteX3" fmla="*/ 483394 w 1626394"/>
              <a:gd name="connsiteY3" fmla="*/ 216694 h 661055"/>
              <a:gd name="connsiteX4" fmla="*/ 0 w 1626394"/>
              <a:gd name="connsiteY4" fmla="*/ 0 h 661055"/>
              <a:gd name="connsiteX0" fmla="*/ 0 w 1626394"/>
              <a:gd name="connsiteY0" fmla="*/ 0 h 678971"/>
              <a:gd name="connsiteX1" fmla="*/ 0 w 1626394"/>
              <a:gd name="connsiteY1" fmla="*/ 528638 h 678971"/>
              <a:gd name="connsiteX2" fmla="*/ 1626394 w 1626394"/>
              <a:gd name="connsiteY2" fmla="*/ 7144 h 678971"/>
              <a:gd name="connsiteX3" fmla="*/ 483394 w 1626394"/>
              <a:gd name="connsiteY3" fmla="*/ 216694 h 678971"/>
              <a:gd name="connsiteX4" fmla="*/ 0 w 1626394"/>
              <a:gd name="connsiteY4" fmla="*/ 0 h 678971"/>
              <a:gd name="connsiteX0" fmla="*/ 0 w 1626394"/>
              <a:gd name="connsiteY0" fmla="*/ 0 h 678971"/>
              <a:gd name="connsiteX1" fmla="*/ 0 w 1626394"/>
              <a:gd name="connsiteY1" fmla="*/ 528638 h 678971"/>
              <a:gd name="connsiteX2" fmla="*/ 1626394 w 1626394"/>
              <a:gd name="connsiteY2" fmla="*/ 7144 h 678971"/>
              <a:gd name="connsiteX3" fmla="*/ 621506 w 1626394"/>
              <a:gd name="connsiteY3" fmla="*/ 233363 h 678971"/>
              <a:gd name="connsiteX4" fmla="*/ 0 w 1626394"/>
              <a:gd name="connsiteY4" fmla="*/ 0 h 678971"/>
              <a:gd name="connsiteX0" fmla="*/ 0 w 1626394"/>
              <a:gd name="connsiteY0" fmla="*/ 4860 h 683831"/>
              <a:gd name="connsiteX1" fmla="*/ 0 w 1626394"/>
              <a:gd name="connsiteY1" fmla="*/ 533498 h 683831"/>
              <a:gd name="connsiteX2" fmla="*/ 1626394 w 1626394"/>
              <a:gd name="connsiteY2" fmla="*/ 12004 h 683831"/>
              <a:gd name="connsiteX3" fmla="*/ 621506 w 1626394"/>
              <a:gd name="connsiteY3" fmla="*/ 238223 h 683831"/>
              <a:gd name="connsiteX4" fmla="*/ 0 w 1626394"/>
              <a:gd name="connsiteY4" fmla="*/ 4860 h 683831"/>
              <a:gd name="connsiteX0" fmla="*/ 0 w 1626394"/>
              <a:gd name="connsiteY0" fmla="*/ 4860 h 683831"/>
              <a:gd name="connsiteX1" fmla="*/ 0 w 1626394"/>
              <a:gd name="connsiteY1" fmla="*/ 533498 h 683831"/>
              <a:gd name="connsiteX2" fmla="*/ 1626394 w 1626394"/>
              <a:gd name="connsiteY2" fmla="*/ 12004 h 683831"/>
              <a:gd name="connsiteX3" fmla="*/ 1066800 w 1626394"/>
              <a:gd name="connsiteY3" fmla="*/ 135830 h 683831"/>
              <a:gd name="connsiteX4" fmla="*/ 621506 w 1626394"/>
              <a:gd name="connsiteY4" fmla="*/ 238223 h 683831"/>
              <a:gd name="connsiteX5" fmla="*/ 0 w 1626394"/>
              <a:gd name="connsiteY5" fmla="*/ 4860 h 683831"/>
              <a:gd name="connsiteX0" fmla="*/ 0 w 1626394"/>
              <a:gd name="connsiteY0" fmla="*/ 111917 h 790888"/>
              <a:gd name="connsiteX1" fmla="*/ 0 w 1626394"/>
              <a:gd name="connsiteY1" fmla="*/ 640555 h 790888"/>
              <a:gd name="connsiteX2" fmla="*/ 1626394 w 1626394"/>
              <a:gd name="connsiteY2" fmla="*/ 119061 h 790888"/>
              <a:gd name="connsiteX3" fmla="*/ 923925 w 1626394"/>
              <a:gd name="connsiteY3" fmla="*/ 0 h 790888"/>
              <a:gd name="connsiteX4" fmla="*/ 621506 w 1626394"/>
              <a:gd name="connsiteY4" fmla="*/ 345280 h 790888"/>
              <a:gd name="connsiteX5" fmla="*/ 0 w 1626394"/>
              <a:gd name="connsiteY5" fmla="*/ 111917 h 790888"/>
              <a:gd name="connsiteX0" fmla="*/ 0 w 1626394"/>
              <a:gd name="connsiteY0" fmla="*/ 111917 h 790888"/>
              <a:gd name="connsiteX1" fmla="*/ 0 w 1626394"/>
              <a:gd name="connsiteY1" fmla="*/ 640555 h 790888"/>
              <a:gd name="connsiteX2" fmla="*/ 1626394 w 1626394"/>
              <a:gd name="connsiteY2" fmla="*/ 119061 h 790888"/>
              <a:gd name="connsiteX3" fmla="*/ 1059656 w 1626394"/>
              <a:gd name="connsiteY3" fmla="*/ 23812 h 790888"/>
              <a:gd name="connsiteX4" fmla="*/ 923925 w 1626394"/>
              <a:gd name="connsiteY4" fmla="*/ 0 h 790888"/>
              <a:gd name="connsiteX5" fmla="*/ 621506 w 1626394"/>
              <a:gd name="connsiteY5" fmla="*/ 345280 h 790888"/>
              <a:gd name="connsiteX6" fmla="*/ 0 w 1626394"/>
              <a:gd name="connsiteY6" fmla="*/ 111917 h 790888"/>
              <a:gd name="connsiteX0" fmla="*/ 0 w 1626394"/>
              <a:gd name="connsiteY0" fmla="*/ 538161 h 1217132"/>
              <a:gd name="connsiteX1" fmla="*/ 0 w 1626394"/>
              <a:gd name="connsiteY1" fmla="*/ 1066799 h 1217132"/>
              <a:gd name="connsiteX2" fmla="*/ 1626394 w 1626394"/>
              <a:gd name="connsiteY2" fmla="*/ 545305 h 1217132"/>
              <a:gd name="connsiteX3" fmla="*/ 1323974 w 1626394"/>
              <a:gd name="connsiteY3" fmla="*/ 0 h 1217132"/>
              <a:gd name="connsiteX4" fmla="*/ 923925 w 1626394"/>
              <a:gd name="connsiteY4" fmla="*/ 426244 h 1217132"/>
              <a:gd name="connsiteX5" fmla="*/ 621506 w 1626394"/>
              <a:gd name="connsiteY5" fmla="*/ 771524 h 1217132"/>
              <a:gd name="connsiteX6" fmla="*/ 0 w 1626394"/>
              <a:gd name="connsiteY6" fmla="*/ 538161 h 1217132"/>
              <a:gd name="connsiteX0" fmla="*/ 0 w 1626394"/>
              <a:gd name="connsiteY0" fmla="*/ 538161 h 1217132"/>
              <a:gd name="connsiteX1" fmla="*/ 0 w 1626394"/>
              <a:gd name="connsiteY1" fmla="*/ 1066799 h 1217132"/>
              <a:gd name="connsiteX2" fmla="*/ 1626394 w 1626394"/>
              <a:gd name="connsiteY2" fmla="*/ 545305 h 1217132"/>
              <a:gd name="connsiteX3" fmla="*/ 1323974 w 1626394"/>
              <a:gd name="connsiteY3" fmla="*/ 0 h 1217132"/>
              <a:gd name="connsiteX4" fmla="*/ 923925 w 1626394"/>
              <a:gd name="connsiteY4" fmla="*/ 426244 h 1217132"/>
              <a:gd name="connsiteX5" fmla="*/ 621506 w 1626394"/>
              <a:gd name="connsiteY5" fmla="*/ 771524 h 1217132"/>
              <a:gd name="connsiteX6" fmla="*/ 0 w 1626394"/>
              <a:gd name="connsiteY6" fmla="*/ 538161 h 1217132"/>
              <a:gd name="connsiteX0" fmla="*/ 0 w 1635310"/>
              <a:gd name="connsiteY0" fmla="*/ 538161 h 1066802"/>
              <a:gd name="connsiteX1" fmla="*/ 0 w 1635310"/>
              <a:gd name="connsiteY1" fmla="*/ 1066799 h 1066802"/>
              <a:gd name="connsiteX2" fmla="*/ 1626394 w 1635310"/>
              <a:gd name="connsiteY2" fmla="*/ 545305 h 1066802"/>
              <a:gd name="connsiteX3" fmla="*/ 1323974 w 1635310"/>
              <a:gd name="connsiteY3" fmla="*/ 0 h 1066802"/>
              <a:gd name="connsiteX4" fmla="*/ 923925 w 1635310"/>
              <a:gd name="connsiteY4" fmla="*/ 426244 h 1066802"/>
              <a:gd name="connsiteX5" fmla="*/ 621506 w 1635310"/>
              <a:gd name="connsiteY5" fmla="*/ 771524 h 1066802"/>
              <a:gd name="connsiteX6" fmla="*/ 0 w 1635310"/>
              <a:gd name="connsiteY6" fmla="*/ 538161 h 1066802"/>
              <a:gd name="connsiteX0" fmla="*/ 0 w 1632620"/>
              <a:gd name="connsiteY0" fmla="*/ 538161 h 1083110"/>
              <a:gd name="connsiteX1" fmla="*/ 0 w 1632620"/>
              <a:gd name="connsiteY1" fmla="*/ 1066799 h 1083110"/>
              <a:gd name="connsiteX2" fmla="*/ 1626394 w 1632620"/>
              <a:gd name="connsiteY2" fmla="*/ 545305 h 1083110"/>
              <a:gd name="connsiteX3" fmla="*/ 1323974 w 1632620"/>
              <a:gd name="connsiteY3" fmla="*/ 0 h 1083110"/>
              <a:gd name="connsiteX4" fmla="*/ 923925 w 1632620"/>
              <a:gd name="connsiteY4" fmla="*/ 426244 h 1083110"/>
              <a:gd name="connsiteX5" fmla="*/ 621506 w 1632620"/>
              <a:gd name="connsiteY5" fmla="*/ 771524 h 1083110"/>
              <a:gd name="connsiteX6" fmla="*/ 0 w 1632620"/>
              <a:gd name="connsiteY6" fmla="*/ 538161 h 1083110"/>
              <a:gd name="connsiteX0" fmla="*/ 0 w 1638832"/>
              <a:gd name="connsiteY0" fmla="*/ 538161 h 1079262"/>
              <a:gd name="connsiteX1" fmla="*/ 0 w 1638832"/>
              <a:gd name="connsiteY1" fmla="*/ 1066799 h 1079262"/>
              <a:gd name="connsiteX2" fmla="*/ 1626394 w 1638832"/>
              <a:gd name="connsiteY2" fmla="*/ 545305 h 1079262"/>
              <a:gd name="connsiteX3" fmla="*/ 1323974 w 1638832"/>
              <a:gd name="connsiteY3" fmla="*/ 0 h 1079262"/>
              <a:gd name="connsiteX4" fmla="*/ 923925 w 1638832"/>
              <a:gd name="connsiteY4" fmla="*/ 426244 h 1079262"/>
              <a:gd name="connsiteX5" fmla="*/ 621506 w 1638832"/>
              <a:gd name="connsiteY5" fmla="*/ 771524 h 1079262"/>
              <a:gd name="connsiteX6" fmla="*/ 0 w 1638832"/>
              <a:gd name="connsiteY6" fmla="*/ 538161 h 1079262"/>
              <a:gd name="connsiteX0" fmla="*/ 0 w 1629379"/>
              <a:gd name="connsiteY0" fmla="*/ 538161 h 1066897"/>
              <a:gd name="connsiteX1" fmla="*/ 0 w 1629379"/>
              <a:gd name="connsiteY1" fmla="*/ 1066799 h 1066897"/>
              <a:gd name="connsiteX2" fmla="*/ 1616869 w 1629379"/>
              <a:gd name="connsiteY2" fmla="*/ 409574 h 1066897"/>
              <a:gd name="connsiteX3" fmla="*/ 1323974 w 1629379"/>
              <a:gd name="connsiteY3" fmla="*/ 0 h 1066897"/>
              <a:gd name="connsiteX4" fmla="*/ 923925 w 1629379"/>
              <a:gd name="connsiteY4" fmla="*/ 426244 h 1066897"/>
              <a:gd name="connsiteX5" fmla="*/ 621506 w 1629379"/>
              <a:gd name="connsiteY5" fmla="*/ 771524 h 1066897"/>
              <a:gd name="connsiteX6" fmla="*/ 0 w 1629379"/>
              <a:gd name="connsiteY6" fmla="*/ 538161 h 1066897"/>
              <a:gd name="connsiteX0" fmla="*/ 0 w 1620913"/>
              <a:gd name="connsiteY0" fmla="*/ 538161 h 1107877"/>
              <a:gd name="connsiteX1" fmla="*/ 0 w 1620913"/>
              <a:gd name="connsiteY1" fmla="*/ 1066799 h 1107877"/>
              <a:gd name="connsiteX2" fmla="*/ 1616869 w 1620913"/>
              <a:gd name="connsiteY2" fmla="*/ 409574 h 1107877"/>
              <a:gd name="connsiteX3" fmla="*/ 1323974 w 1620913"/>
              <a:gd name="connsiteY3" fmla="*/ 0 h 1107877"/>
              <a:gd name="connsiteX4" fmla="*/ 923925 w 1620913"/>
              <a:gd name="connsiteY4" fmla="*/ 426244 h 1107877"/>
              <a:gd name="connsiteX5" fmla="*/ 621506 w 1620913"/>
              <a:gd name="connsiteY5" fmla="*/ 771524 h 1107877"/>
              <a:gd name="connsiteX6" fmla="*/ 0 w 1620913"/>
              <a:gd name="connsiteY6" fmla="*/ 538161 h 1107877"/>
              <a:gd name="connsiteX0" fmla="*/ 0 w 1620913"/>
              <a:gd name="connsiteY0" fmla="*/ 538161 h 1218265"/>
              <a:gd name="connsiteX1" fmla="*/ 0 w 1620913"/>
              <a:gd name="connsiteY1" fmla="*/ 1066799 h 1218265"/>
              <a:gd name="connsiteX2" fmla="*/ 1616869 w 1620913"/>
              <a:gd name="connsiteY2" fmla="*/ 409574 h 1218265"/>
              <a:gd name="connsiteX3" fmla="*/ 1323974 w 1620913"/>
              <a:gd name="connsiteY3" fmla="*/ 0 h 1218265"/>
              <a:gd name="connsiteX4" fmla="*/ 923925 w 1620913"/>
              <a:gd name="connsiteY4" fmla="*/ 426244 h 1218265"/>
              <a:gd name="connsiteX5" fmla="*/ 621506 w 1620913"/>
              <a:gd name="connsiteY5" fmla="*/ 771524 h 1218265"/>
              <a:gd name="connsiteX6" fmla="*/ 0 w 1620913"/>
              <a:gd name="connsiteY6" fmla="*/ 538161 h 1218265"/>
              <a:gd name="connsiteX0" fmla="*/ 0 w 1620913"/>
              <a:gd name="connsiteY0" fmla="*/ 538161 h 1066799"/>
              <a:gd name="connsiteX1" fmla="*/ 0 w 1620913"/>
              <a:gd name="connsiteY1" fmla="*/ 1066799 h 1066799"/>
              <a:gd name="connsiteX2" fmla="*/ 1616869 w 1620913"/>
              <a:gd name="connsiteY2" fmla="*/ 409574 h 1066799"/>
              <a:gd name="connsiteX3" fmla="*/ 1323974 w 1620913"/>
              <a:gd name="connsiteY3" fmla="*/ 0 h 1066799"/>
              <a:gd name="connsiteX4" fmla="*/ 923925 w 1620913"/>
              <a:gd name="connsiteY4" fmla="*/ 426244 h 1066799"/>
              <a:gd name="connsiteX5" fmla="*/ 621506 w 1620913"/>
              <a:gd name="connsiteY5" fmla="*/ 771524 h 1066799"/>
              <a:gd name="connsiteX6" fmla="*/ 0 w 1620913"/>
              <a:gd name="connsiteY6" fmla="*/ 538161 h 1066799"/>
              <a:gd name="connsiteX0" fmla="*/ 0 w 1620913"/>
              <a:gd name="connsiteY0" fmla="*/ 538161 h 1213299"/>
              <a:gd name="connsiteX1" fmla="*/ 0 w 1620913"/>
              <a:gd name="connsiteY1" fmla="*/ 1066799 h 1213299"/>
              <a:gd name="connsiteX2" fmla="*/ 1616869 w 1620913"/>
              <a:gd name="connsiteY2" fmla="*/ 409574 h 1213299"/>
              <a:gd name="connsiteX3" fmla="*/ 1323974 w 1620913"/>
              <a:gd name="connsiteY3" fmla="*/ 0 h 1213299"/>
              <a:gd name="connsiteX4" fmla="*/ 923925 w 1620913"/>
              <a:gd name="connsiteY4" fmla="*/ 426244 h 1213299"/>
              <a:gd name="connsiteX5" fmla="*/ 621506 w 1620913"/>
              <a:gd name="connsiteY5" fmla="*/ 771524 h 1213299"/>
              <a:gd name="connsiteX6" fmla="*/ 0 w 1620913"/>
              <a:gd name="connsiteY6" fmla="*/ 538161 h 121329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32881"/>
              <a:gd name="connsiteY0" fmla="*/ 538161 h 1232035"/>
              <a:gd name="connsiteX1" fmla="*/ 0 w 1632881"/>
              <a:gd name="connsiteY1" fmla="*/ 1066799 h 1232035"/>
              <a:gd name="connsiteX2" fmla="*/ 1621631 w 1632881"/>
              <a:gd name="connsiteY2" fmla="*/ 523874 h 1232035"/>
              <a:gd name="connsiteX3" fmla="*/ 1323974 w 1632881"/>
              <a:gd name="connsiteY3" fmla="*/ 0 h 1232035"/>
              <a:gd name="connsiteX4" fmla="*/ 923925 w 1632881"/>
              <a:gd name="connsiteY4" fmla="*/ 426244 h 1232035"/>
              <a:gd name="connsiteX5" fmla="*/ 621506 w 1632881"/>
              <a:gd name="connsiteY5" fmla="*/ 771524 h 1232035"/>
              <a:gd name="connsiteX6" fmla="*/ 0 w 1632881"/>
              <a:gd name="connsiteY6" fmla="*/ 538161 h 1232035"/>
              <a:gd name="connsiteX0" fmla="*/ 0 w 1622936"/>
              <a:gd name="connsiteY0" fmla="*/ 538161 h 1236750"/>
              <a:gd name="connsiteX1" fmla="*/ 0 w 1622936"/>
              <a:gd name="connsiteY1" fmla="*/ 1066799 h 1236750"/>
              <a:gd name="connsiteX2" fmla="*/ 1621631 w 1622936"/>
              <a:gd name="connsiteY2" fmla="*/ 523874 h 1236750"/>
              <a:gd name="connsiteX3" fmla="*/ 1323974 w 1622936"/>
              <a:gd name="connsiteY3" fmla="*/ 0 h 1236750"/>
              <a:gd name="connsiteX4" fmla="*/ 923925 w 1622936"/>
              <a:gd name="connsiteY4" fmla="*/ 426244 h 1236750"/>
              <a:gd name="connsiteX5" fmla="*/ 621506 w 1622936"/>
              <a:gd name="connsiteY5" fmla="*/ 771524 h 1236750"/>
              <a:gd name="connsiteX6" fmla="*/ 0 w 1622936"/>
              <a:gd name="connsiteY6" fmla="*/ 538161 h 1236750"/>
              <a:gd name="connsiteX0" fmla="*/ 0 w 1627932"/>
              <a:gd name="connsiteY0" fmla="*/ 538161 h 1227283"/>
              <a:gd name="connsiteX1" fmla="*/ 0 w 1627932"/>
              <a:gd name="connsiteY1" fmla="*/ 1066799 h 1227283"/>
              <a:gd name="connsiteX2" fmla="*/ 1621631 w 1627932"/>
              <a:gd name="connsiteY2" fmla="*/ 523874 h 1227283"/>
              <a:gd name="connsiteX3" fmla="*/ 1323974 w 1627932"/>
              <a:gd name="connsiteY3" fmla="*/ 0 h 1227283"/>
              <a:gd name="connsiteX4" fmla="*/ 923925 w 1627932"/>
              <a:gd name="connsiteY4" fmla="*/ 426244 h 1227283"/>
              <a:gd name="connsiteX5" fmla="*/ 621506 w 1627932"/>
              <a:gd name="connsiteY5" fmla="*/ 771524 h 1227283"/>
              <a:gd name="connsiteX6" fmla="*/ 0 w 1627932"/>
              <a:gd name="connsiteY6" fmla="*/ 538161 h 1227283"/>
              <a:gd name="connsiteX0" fmla="*/ 0 w 1627932"/>
              <a:gd name="connsiteY0" fmla="*/ 538161 h 1066799"/>
              <a:gd name="connsiteX1" fmla="*/ 0 w 1627932"/>
              <a:gd name="connsiteY1" fmla="*/ 1066799 h 1066799"/>
              <a:gd name="connsiteX2" fmla="*/ 1621631 w 1627932"/>
              <a:gd name="connsiteY2" fmla="*/ 523874 h 1066799"/>
              <a:gd name="connsiteX3" fmla="*/ 1323974 w 1627932"/>
              <a:gd name="connsiteY3" fmla="*/ 0 h 1066799"/>
              <a:gd name="connsiteX4" fmla="*/ 923925 w 1627932"/>
              <a:gd name="connsiteY4" fmla="*/ 426244 h 1066799"/>
              <a:gd name="connsiteX5" fmla="*/ 621506 w 1627932"/>
              <a:gd name="connsiteY5" fmla="*/ 771524 h 1066799"/>
              <a:gd name="connsiteX6" fmla="*/ 0 w 1627932"/>
              <a:gd name="connsiteY6" fmla="*/ 538161 h 1066799"/>
              <a:gd name="connsiteX0" fmla="*/ 0 w 1627647"/>
              <a:gd name="connsiteY0" fmla="*/ 538161 h 1066799"/>
              <a:gd name="connsiteX1" fmla="*/ 0 w 1627647"/>
              <a:gd name="connsiteY1" fmla="*/ 1066799 h 1066799"/>
              <a:gd name="connsiteX2" fmla="*/ 1621631 w 1627647"/>
              <a:gd name="connsiteY2" fmla="*/ 523874 h 1066799"/>
              <a:gd name="connsiteX3" fmla="*/ 1323974 w 1627647"/>
              <a:gd name="connsiteY3" fmla="*/ 0 h 1066799"/>
              <a:gd name="connsiteX4" fmla="*/ 923925 w 1627647"/>
              <a:gd name="connsiteY4" fmla="*/ 426244 h 1066799"/>
              <a:gd name="connsiteX5" fmla="*/ 621506 w 1627647"/>
              <a:gd name="connsiteY5" fmla="*/ 771524 h 1066799"/>
              <a:gd name="connsiteX6" fmla="*/ 0 w 1627647"/>
              <a:gd name="connsiteY6" fmla="*/ 538161 h 1066799"/>
              <a:gd name="connsiteX0" fmla="*/ 0 w 1627647"/>
              <a:gd name="connsiteY0" fmla="*/ 538161 h 1066799"/>
              <a:gd name="connsiteX1" fmla="*/ 0 w 1627647"/>
              <a:gd name="connsiteY1" fmla="*/ 1066799 h 1066799"/>
              <a:gd name="connsiteX2" fmla="*/ 1621631 w 1627647"/>
              <a:gd name="connsiteY2" fmla="*/ 523874 h 1066799"/>
              <a:gd name="connsiteX3" fmla="*/ 1323974 w 1627647"/>
              <a:gd name="connsiteY3" fmla="*/ 0 h 1066799"/>
              <a:gd name="connsiteX4" fmla="*/ 923925 w 1627647"/>
              <a:gd name="connsiteY4" fmla="*/ 426244 h 1066799"/>
              <a:gd name="connsiteX5" fmla="*/ 621506 w 1627647"/>
              <a:gd name="connsiteY5" fmla="*/ 771524 h 1066799"/>
              <a:gd name="connsiteX6" fmla="*/ 0 w 1627647"/>
              <a:gd name="connsiteY6" fmla="*/ 538161 h 1066799"/>
              <a:gd name="connsiteX0" fmla="*/ 0 w 1627647"/>
              <a:gd name="connsiteY0" fmla="*/ 538161 h 1134969"/>
              <a:gd name="connsiteX1" fmla="*/ 0 w 1627647"/>
              <a:gd name="connsiteY1" fmla="*/ 1066799 h 1134969"/>
              <a:gd name="connsiteX2" fmla="*/ 1621631 w 1627647"/>
              <a:gd name="connsiteY2" fmla="*/ 523874 h 1134969"/>
              <a:gd name="connsiteX3" fmla="*/ 1323974 w 1627647"/>
              <a:gd name="connsiteY3" fmla="*/ 0 h 1134969"/>
              <a:gd name="connsiteX4" fmla="*/ 923925 w 1627647"/>
              <a:gd name="connsiteY4" fmla="*/ 426244 h 1134969"/>
              <a:gd name="connsiteX5" fmla="*/ 621506 w 1627647"/>
              <a:gd name="connsiteY5" fmla="*/ 771524 h 1134969"/>
              <a:gd name="connsiteX6" fmla="*/ 0 w 1627647"/>
              <a:gd name="connsiteY6" fmla="*/ 538161 h 1134969"/>
              <a:gd name="connsiteX0" fmla="*/ 0 w 1627647"/>
              <a:gd name="connsiteY0" fmla="*/ 538161 h 1213483"/>
              <a:gd name="connsiteX1" fmla="*/ 0 w 1627647"/>
              <a:gd name="connsiteY1" fmla="*/ 1066799 h 1213483"/>
              <a:gd name="connsiteX2" fmla="*/ 1621631 w 1627647"/>
              <a:gd name="connsiteY2" fmla="*/ 523874 h 1213483"/>
              <a:gd name="connsiteX3" fmla="*/ 1323974 w 1627647"/>
              <a:gd name="connsiteY3" fmla="*/ 0 h 1213483"/>
              <a:gd name="connsiteX4" fmla="*/ 923925 w 1627647"/>
              <a:gd name="connsiteY4" fmla="*/ 426244 h 1213483"/>
              <a:gd name="connsiteX5" fmla="*/ 621506 w 1627647"/>
              <a:gd name="connsiteY5" fmla="*/ 771524 h 1213483"/>
              <a:gd name="connsiteX6" fmla="*/ 0 w 1627647"/>
              <a:gd name="connsiteY6" fmla="*/ 538161 h 1213483"/>
              <a:gd name="connsiteX0" fmla="*/ 0 w 1627647"/>
              <a:gd name="connsiteY0" fmla="*/ 538161 h 1190326"/>
              <a:gd name="connsiteX1" fmla="*/ 0 w 1627647"/>
              <a:gd name="connsiteY1" fmla="*/ 1066799 h 1190326"/>
              <a:gd name="connsiteX2" fmla="*/ 1621631 w 1627647"/>
              <a:gd name="connsiteY2" fmla="*/ 523874 h 1190326"/>
              <a:gd name="connsiteX3" fmla="*/ 1323974 w 1627647"/>
              <a:gd name="connsiteY3" fmla="*/ 0 h 1190326"/>
              <a:gd name="connsiteX4" fmla="*/ 923925 w 1627647"/>
              <a:gd name="connsiteY4" fmla="*/ 426244 h 1190326"/>
              <a:gd name="connsiteX5" fmla="*/ 621506 w 1627647"/>
              <a:gd name="connsiteY5" fmla="*/ 771524 h 1190326"/>
              <a:gd name="connsiteX6" fmla="*/ 0 w 1627647"/>
              <a:gd name="connsiteY6" fmla="*/ 538161 h 1190326"/>
              <a:gd name="connsiteX0" fmla="*/ 0 w 1627647"/>
              <a:gd name="connsiteY0" fmla="*/ 538161 h 1219698"/>
              <a:gd name="connsiteX1" fmla="*/ 0 w 1627647"/>
              <a:gd name="connsiteY1" fmla="*/ 1066799 h 1219698"/>
              <a:gd name="connsiteX2" fmla="*/ 1621631 w 1627647"/>
              <a:gd name="connsiteY2" fmla="*/ 523874 h 1219698"/>
              <a:gd name="connsiteX3" fmla="*/ 1323974 w 1627647"/>
              <a:gd name="connsiteY3" fmla="*/ 0 h 1219698"/>
              <a:gd name="connsiteX4" fmla="*/ 923925 w 1627647"/>
              <a:gd name="connsiteY4" fmla="*/ 426244 h 1219698"/>
              <a:gd name="connsiteX5" fmla="*/ 621506 w 1627647"/>
              <a:gd name="connsiteY5" fmla="*/ 771524 h 1219698"/>
              <a:gd name="connsiteX6" fmla="*/ 0 w 1627647"/>
              <a:gd name="connsiteY6" fmla="*/ 538161 h 1219698"/>
              <a:gd name="connsiteX0" fmla="*/ 0 w 1627647"/>
              <a:gd name="connsiteY0" fmla="*/ 538161 h 1232307"/>
              <a:gd name="connsiteX1" fmla="*/ 0 w 1627647"/>
              <a:gd name="connsiteY1" fmla="*/ 1066799 h 1232307"/>
              <a:gd name="connsiteX2" fmla="*/ 1621631 w 1627647"/>
              <a:gd name="connsiteY2" fmla="*/ 523874 h 1232307"/>
              <a:gd name="connsiteX3" fmla="*/ 1323974 w 1627647"/>
              <a:gd name="connsiteY3" fmla="*/ 0 h 1232307"/>
              <a:gd name="connsiteX4" fmla="*/ 923925 w 1627647"/>
              <a:gd name="connsiteY4" fmla="*/ 426244 h 1232307"/>
              <a:gd name="connsiteX5" fmla="*/ 621506 w 1627647"/>
              <a:gd name="connsiteY5" fmla="*/ 771524 h 1232307"/>
              <a:gd name="connsiteX6" fmla="*/ 0 w 1627647"/>
              <a:gd name="connsiteY6" fmla="*/ 538161 h 1232307"/>
              <a:gd name="connsiteX0" fmla="*/ 0 w 1627647"/>
              <a:gd name="connsiteY0" fmla="*/ 538161 h 1217230"/>
              <a:gd name="connsiteX1" fmla="*/ 0 w 1627647"/>
              <a:gd name="connsiteY1" fmla="*/ 1066799 h 1217230"/>
              <a:gd name="connsiteX2" fmla="*/ 1621631 w 1627647"/>
              <a:gd name="connsiteY2" fmla="*/ 523874 h 1217230"/>
              <a:gd name="connsiteX3" fmla="*/ 1323974 w 1627647"/>
              <a:gd name="connsiteY3" fmla="*/ 0 h 1217230"/>
              <a:gd name="connsiteX4" fmla="*/ 923925 w 1627647"/>
              <a:gd name="connsiteY4" fmla="*/ 426244 h 1217230"/>
              <a:gd name="connsiteX5" fmla="*/ 621506 w 1627647"/>
              <a:gd name="connsiteY5" fmla="*/ 771524 h 1217230"/>
              <a:gd name="connsiteX6" fmla="*/ 0 w 1627647"/>
              <a:gd name="connsiteY6" fmla="*/ 538161 h 1217230"/>
              <a:gd name="connsiteX0" fmla="*/ 0 w 1627647"/>
              <a:gd name="connsiteY0" fmla="*/ 538161 h 1188997"/>
              <a:gd name="connsiteX1" fmla="*/ 0 w 1627647"/>
              <a:gd name="connsiteY1" fmla="*/ 1066799 h 1188997"/>
              <a:gd name="connsiteX2" fmla="*/ 1621631 w 1627647"/>
              <a:gd name="connsiteY2" fmla="*/ 523874 h 1188997"/>
              <a:gd name="connsiteX3" fmla="*/ 1323974 w 1627647"/>
              <a:gd name="connsiteY3" fmla="*/ 0 h 1188997"/>
              <a:gd name="connsiteX4" fmla="*/ 923925 w 1627647"/>
              <a:gd name="connsiteY4" fmla="*/ 426244 h 1188997"/>
              <a:gd name="connsiteX5" fmla="*/ 621506 w 1627647"/>
              <a:gd name="connsiteY5" fmla="*/ 771524 h 1188997"/>
              <a:gd name="connsiteX6" fmla="*/ 0 w 1627647"/>
              <a:gd name="connsiteY6" fmla="*/ 538161 h 1188997"/>
              <a:gd name="connsiteX0" fmla="*/ 0 w 1627647"/>
              <a:gd name="connsiteY0" fmla="*/ 538161 h 1216261"/>
              <a:gd name="connsiteX1" fmla="*/ 0 w 1627647"/>
              <a:gd name="connsiteY1" fmla="*/ 1066799 h 1216261"/>
              <a:gd name="connsiteX2" fmla="*/ 1621631 w 1627647"/>
              <a:gd name="connsiteY2" fmla="*/ 523874 h 1216261"/>
              <a:gd name="connsiteX3" fmla="*/ 1323974 w 1627647"/>
              <a:gd name="connsiteY3" fmla="*/ 0 h 1216261"/>
              <a:gd name="connsiteX4" fmla="*/ 923925 w 1627647"/>
              <a:gd name="connsiteY4" fmla="*/ 426244 h 1216261"/>
              <a:gd name="connsiteX5" fmla="*/ 621506 w 1627647"/>
              <a:gd name="connsiteY5" fmla="*/ 771524 h 1216261"/>
              <a:gd name="connsiteX6" fmla="*/ 0 w 1627647"/>
              <a:gd name="connsiteY6" fmla="*/ 538161 h 1216261"/>
              <a:gd name="connsiteX0" fmla="*/ 0 w 1627647"/>
              <a:gd name="connsiteY0" fmla="*/ 538161 h 1206398"/>
              <a:gd name="connsiteX1" fmla="*/ 0 w 1627647"/>
              <a:gd name="connsiteY1" fmla="*/ 1066799 h 1206398"/>
              <a:gd name="connsiteX2" fmla="*/ 1621631 w 1627647"/>
              <a:gd name="connsiteY2" fmla="*/ 523874 h 1206398"/>
              <a:gd name="connsiteX3" fmla="*/ 1323974 w 1627647"/>
              <a:gd name="connsiteY3" fmla="*/ 0 h 1206398"/>
              <a:gd name="connsiteX4" fmla="*/ 923925 w 1627647"/>
              <a:gd name="connsiteY4" fmla="*/ 426244 h 1206398"/>
              <a:gd name="connsiteX5" fmla="*/ 621506 w 1627647"/>
              <a:gd name="connsiteY5" fmla="*/ 771524 h 1206398"/>
              <a:gd name="connsiteX6" fmla="*/ 0 w 1627647"/>
              <a:gd name="connsiteY6" fmla="*/ 538161 h 1206398"/>
              <a:gd name="connsiteX0" fmla="*/ 0 w 1627647"/>
              <a:gd name="connsiteY0" fmla="*/ 538161 h 1218880"/>
              <a:gd name="connsiteX1" fmla="*/ 0 w 1627647"/>
              <a:gd name="connsiteY1" fmla="*/ 1066799 h 1218880"/>
              <a:gd name="connsiteX2" fmla="*/ 1621631 w 1627647"/>
              <a:gd name="connsiteY2" fmla="*/ 523874 h 1218880"/>
              <a:gd name="connsiteX3" fmla="*/ 1323974 w 1627647"/>
              <a:gd name="connsiteY3" fmla="*/ 0 h 1218880"/>
              <a:gd name="connsiteX4" fmla="*/ 923925 w 1627647"/>
              <a:gd name="connsiteY4" fmla="*/ 426244 h 1218880"/>
              <a:gd name="connsiteX5" fmla="*/ 621506 w 1627647"/>
              <a:gd name="connsiteY5" fmla="*/ 771524 h 1218880"/>
              <a:gd name="connsiteX6" fmla="*/ 0 w 1627647"/>
              <a:gd name="connsiteY6" fmla="*/ 538161 h 1218880"/>
              <a:gd name="connsiteX0" fmla="*/ 0 w 1627647"/>
              <a:gd name="connsiteY0" fmla="*/ 538161 h 1211596"/>
              <a:gd name="connsiteX1" fmla="*/ 0 w 1627647"/>
              <a:gd name="connsiteY1" fmla="*/ 1066799 h 1211596"/>
              <a:gd name="connsiteX2" fmla="*/ 1621631 w 1627647"/>
              <a:gd name="connsiteY2" fmla="*/ 523874 h 1211596"/>
              <a:gd name="connsiteX3" fmla="*/ 1323974 w 1627647"/>
              <a:gd name="connsiteY3" fmla="*/ 0 h 1211596"/>
              <a:gd name="connsiteX4" fmla="*/ 923925 w 1627647"/>
              <a:gd name="connsiteY4" fmla="*/ 426244 h 1211596"/>
              <a:gd name="connsiteX5" fmla="*/ 621506 w 1627647"/>
              <a:gd name="connsiteY5" fmla="*/ 771524 h 1211596"/>
              <a:gd name="connsiteX6" fmla="*/ 0 w 1627647"/>
              <a:gd name="connsiteY6" fmla="*/ 538161 h 1211596"/>
              <a:gd name="connsiteX0" fmla="*/ 0 w 1627647"/>
              <a:gd name="connsiteY0" fmla="*/ 538161 h 1217962"/>
              <a:gd name="connsiteX1" fmla="*/ 0 w 1627647"/>
              <a:gd name="connsiteY1" fmla="*/ 1066799 h 1217962"/>
              <a:gd name="connsiteX2" fmla="*/ 1621631 w 1627647"/>
              <a:gd name="connsiteY2" fmla="*/ 523874 h 1217962"/>
              <a:gd name="connsiteX3" fmla="*/ 1323974 w 1627647"/>
              <a:gd name="connsiteY3" fmla="*/ 0 h 1217962"/>
              <a:gd name="connsiteX4" fmla="*/ 923925 w 1627647"/>
              <a:gd name="connsiteY4" fmla="*/ 426244 h 1217962"/>
              <a:gd name="connsiteX5" fmla="*/ 621506 w 1627647"/>
              <a:gd name="connsiteY5" fmla="*/ 771524 h 1217962"/>
              <a:gd name="connsiteX6" fmla="*/ 0 w 1627647"/>
              <a:gd name="connsiteY6" fmla="*/ 538161 h 1217962"/>
              <a:gd name="connsiteX0" fmla="*/ 0 w 1627647"/>
              <a:gd name="connsiteY0" fmla="*/ 538161 h 1218399"/>
              <a:gd name="connsiteX1" fmla="*/ 0 w 1627647"/>
              <a:gd name="connsiteY1" fmla="*/ 1066799 h 1218399"/>
              <a:gd name="connsiteX2" fmla="*/ 1621631 w 1627647"/>
              <a:gd name="connsiteY2" fmla="*/ 523874 h 1218399"/>
              <a:gd name="connsiteX3" fmla="*/ 1323974 w 1627647"/>
              <a:gd name="connsiteY3" fmla="*/ 0 h 1218399"/>
              <a:gd name="connsiteX4" fmla="*/ 923925 w 1627647"/>
              <a:gd name="connsiteY4" fmla="*/ 426244 h 1218399"/>
              <a:gd name="connsiteX5" fmla="*/ 621506 w 1627647"/>
              <a:gd name="connsiteY5" fmla="*/ 771524 h 1218399"/>
              <a:gd name="connsiteX6" fmla="*/ 0 w 1627647"/>
              <a:gd name="connsiteY6" fmla="*/ 538161 h 121839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923925 w 1627647"/>
              <a:gd name="connsiteY4" fmla="*/ 426244 h 1212839"/>
              <a:gd name="connsiteX5" fmla="*/ 621506 w 1627647"/>
              <a:gd name="connsiteY5" fmla="*/ 771524 h 1212839"/>
              <a:gd name="connsiteX6" fmla="*/ 0 w 1627647"/>
              <a:gd name="connsiteY6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1078707 w 1627647"/>
              <a:gd name="connsiteY4" fmla="*/ 257177 h 1212839"/>
              <a:gd name="connsiteX5" fmla="*/ 923925 w 1627647"/>
              <a:gd name="connsiteY5" fmla="*/ 426244 h 1212839"/>
              <a:gd name="connsiteX6" fmla="*/ 621506 w 1627647"/>
              <a:gd name="connsiteY6" fmla="*/ 771524 h 1212839"/>
              <a:gd name="connsiteX7" fmla="*/ 0 w 1627647"/>
              <a:gd name="connsiteY7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595313 w 1627647"/>
              <a:gd name="connsiteY4" fmla="*/ 185739 h 1212839"/>
              <a:gd name="connsiteX5" fmla="*/ 923925 w 1627647"/>
              <a:gd name="connsiteY5" fmla="*/ 426244 h 1212839"/>
              <a:gd name="connsiteX6" fmla="*/ 621506 w 1627647"/>
              <a:gd name="connsiteY6" fmla="*/ 771524 h 1212839"/>
              <a:gd name="connsiteX7" fmla="*/ 0 w 1627647"/>
              <a:gd name="connsiteY7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973932 w 1627647"/>
              <a:gd name="connsiteY4" fmla="*/ 85727 h 1212839"/>
              <a:gd name="connsiteX5" fmla="*/ 595313 w 1627647"/>
              <a:gd name="connsiteY5" fmla="*/ 185739 h 1212839"/>
              <a:gd name="connsiteX6" fmla="*/ 923925 w 1627647"/>
              <a:gd name="connsiteY6" fmla="*/ 426244 h 1212839"/>
              <a:gd name="connsiteX7" fmla="*/ 621506 w 1627647"/>
              <a:gd name="connsiteY7" fmla="*/ 771524 h 1212839"/>
              <a:gd name="connsiteX8" fmla="*/ 0 w 1627647"/>
              <a:gd name="connsiteY8" fmla="*/ 538161 h 1212839"/>
              <a:gd name="connsiteX0" fmla="*/ 0 w 1627647"/>
              <a:gd name="connsiteY0" fmla="*/ 745328 h 1420006"/>
              <a:gd name="connsiteX1" fmla="*/ 0 w 1627647"/>
              <a:gd name="connsiteY1" fmla="*/ 1273966 h 1420006"/>
              <a:gd name="connsiteX2" fmla="*/ 1621631 w 1627647"/>
              <a:gd name="connsiteY2" fmla="*/ 731041 h 1420006"/>
              <a:gd name="connsiteX3" fmla="*/ 1323974 w 1627647"/>
              <a:gd name="connsiteY3" fmla="*/ 207167 h 1420006"/>
              <a:gd name="connsiteX4" fmla="*/ 835820 w 1627647"/>
              <a:gd name="connsiteY4" fmla="*/ 0 h 1420006"/>
              <a:gd name="connsiteX5" fmla="*/ 595313 w 1627647"/>
              <a:gd name="connsiteY5" fmla="*/ 392906 h 1420006"/>
              <a:gd name="connsiteX6" fmla="*/ 923925 w 1627647"/>
              <a:gd name="connsiteY6" fmla="*/ 633411 h 1420006"/>
              <a:gd name="connsiteX7" fmla="*/ 621506 w 1627647"/>
              <a:gd name="connsiteY7" fmla="*/ 978691 h 1420006"/>
              <a:gd name="connsiteX8" fmla="*/ 0 w 1627647"/>
              <a:gd name="connsiteY8" fmla="*/ 745328 h 1420006"/>
              <a:gd name="connsiteX0" fmla="*/ 0 w 1591281"/>
              <a:gd name="connsiteY0" fmla="*/ 745328 h 1469663"/>
              <a:gd name="connsiteX1" fmla="*/ 0 w 1591281"/>
              <a:gd name="connsiteY1" fmla="*/ 1273966 h 1469663"/>
              <a:gd name="connsiteX2" fmla="*/ 1574006 w 1591281"/>
              <a:gd name="connsiteY2" fmla="*/ 928685 h 1469663"/>
              <a:gd name="connsiteX3" fmla="*/ 1323974 w 1591281"/>
              <a:gd name="connsiteY3" fmla="*/ 207167 h 1469663"/>
              <a:gd name="connsiteX4" fmla="*/ 835820 w 1591281"/>
              <a:gd name="connsiteY4" fmla="*/ 0 h 1469663"/>
              <a:gd name="connsiteX5" fmla="*/ 595313 w 1591281"/>
              <a:gd name="connsiteY5" fmla="*/ 392906 h 1469663"/>
              <a:gd name="connsiteX6" fmla="*/ 923925 w 1591281"/>
              <a:gd name="connsiteY6" fmla="*/ 633411 h 1469663"/>
              <a:gd name="connsiteX7" fmla="*/ 621506 w 1591281"/>
              <a:gd name="connsiteY7" fmla="*/ 978691 h 1469663"/>
              <a:gd name="connsiteX8" fmla="*/ 0 w 1591281"/>
              <a:gd name="connsiteY8" fmla="*/ 745328 h 1469663"/>
              <a:gd name="connsiteX0" fmla="*/ 0 w 1591281"/>
              <a:gd name="connsiteY0" fmla="*/ 745328 h 1425021"/>
              <a:gd name="connsiteX1" fmla="*/ 0 w 1591281"/>
              <a:gd name="connsiteY1" fmla="*/ 1273966 h 1425021"/>
              <a:gd name="connsiteX2" fmla="*/ 1574006 w 1591281"/>
              <a:gd name="connsiteY2" fmla="*/ 928685 h 1425021"/>
              <a:gd name="connsiteX3" fmla="*/ 1323974 w 1591281"/>
              <a:gd name="connsiteY3" fmla="*/ 207167 h 1425021"/>
              <a:gd name="connsiteX4" fmla="*/ 835820 w 1591281"/>
              <a:gd name="connsiteY4" fmla="*/ 0 h 1425021"/>
              <a:gd name="connsiteX5" fmla="*/ 595313 w 1591281"/>
              <a:gd name="connsiteY5" fmla="*/ 392906 h 1425021"/>
              <a:gd name="connsiteX6" fmla="*/ 923925 w 1591281"/>
              <a:gd name="connsiteY6" fmla="*/ 633411 h 1425021"/>
              <a:gd name="connsiteX7" fmla="*/ 621506 w 1591281"/>
              <a:gd name="connsiteY7" fmla="*/ 978691 h 1425021"/>
              <a:gd name="connsiteX8" fmla="*/ 0 w 1591281"/>
              <a:gd name="connsiteY8" fmla="*/ 745328 h 1425021"/>
              <a:gd name="connsiteX0" fmla="*/ 0 w 1622856"/>
              <a:gd name="connsiteY0" fmla="*/ 745328 h 1425021"/>
              <a:gd name="connsiteX1" fmla="*/ 0 w 1622856"/>
              <a:gd name="connsiteY1" fmla="*/ 1273966 h 1425021"/>
              <a:gd name="connsiteX2" fmla="*/ 1574006 w 1622856"/>
              <a:gd name="connsiteY2" fmla="*/ 928685 h 1425021"/>
              <a:gd name="connsiteX3" fmla="*/ 1323974 w 1622856"/>
              <a:gd name="connsiteY3" fmla="*/ 207167 h 1425021"/>
              <a:gd name="connsiteX4" fmla="*/ 835820 w 1622856"/>
              <a:gd name="connsiteY4" fmla="*/ 0 h 1425021"/>
              <a:gd name="connsiteX5" fmla="*/ 595313 w 1622856"/>
              <a:gd name="connsiteY5" fmla="*/ 392906 h 1425021"/>
              <a:gd name="connsiteX6" fmla="*/ 923925 w 1622856"/>
              <a:gd name="connsiteY6" fmla="*/ 633411 h 1425021"/>
              <a:gd name="connsiteX7" fmla="*/ 621506 w 1622856"/>
              <a:gd name="connsiteY7" fmla="*/ 978691 h 1425021"/>
              <a:gd name="connsiteX8" fmla="*/ 0 w 1622856"/>
              <a:gd name="connsiteY8" fmla="*/ 745328 h 1425021"/>
              <a:gd name="connsiteX0" fmla="*/ 0 w 1608710"/>
              <a:gd name="connsiteY0" fmla="*/ 745328 h 1425021"/>
              <a:gd name="connsiteX1" fmla="*/ 0 w 1608710"/>
              <a:gd name="connsiteY1" fmla="*/ 1273966 h 1425021"/>
              <a:gd name="connsiteX2" fmla="*/ 1574006 w 1608710"/>
              <a:gd name="connsiteY2" fmla="*/ 928685 h 1425021"/>
              <a:gd name="connsiteX3" fmla="*/ 1264443 w 1608710"/>
              <a:gd name="connsiteY3" fmla="*/ 166686 h 1425021"/>
              <a:gd name="connsiteX4" fmla="*/ 835820 w 1608710"/>
              <a:gd name="connsiteY4" fmla="*/ 0 h 1425021"/>
              <a:gd name="connsiteX5" fmla="*/ 595313 w 1608710"/>
              <a:gd name="connsiteY5" fmla="*/ 392906 h 1425021"/>
              <a:gd name="connsiteX6" fmla="*/ 923925 w 1608710"/>
              <a:gd name="connsiteY6" fmla="*/ 633411 h 1425021"/>
              <a:gd name="connsiteX7" fmla="*/ 621506 w 1608710"/>
              <a:gd name="connsiteY7" fmla="*/ 978691 h 1425021"/>
              <a:gd name="connsiteX8" fmla="*/ 0 w 1608710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595313 w 1623138"/>
              <a:gd name="connsiteY5" fmla="*/ 392906 h 1425021"/>
              <a:gd name="connsiteX6" fmla="*/ 923925 w 1623138"/>
              <a:gd name="connsiteY6" fmla="*/ 633411 h 1425021"/>
              <a:gd name="connsiteX7" fmla="*/ 621506 w 1623138"/>
              <a:gd name="connsiteY7" fmla="*/ 978691 h 1425021"/>
              <a:gd name="connsiteX8" fmla="*/ 0 w 1623138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595313 w 1623138"/>
              <a:gd name="connsiteY5" fmla="*/ 392906 h 1425021"/>
              <a:gd name="connsiteX6" fmla="*/ 923925 w 1623138"/>
              <a:gd name="connsiteY6" fmla="*/ 633411 h 1425021"/>
              <a:gd name="connsiteX7" fmla="*/ 621506 w 1623138"/>
              <a:gd name="connsiteY7" fmla="*/ 978691 h 1425021"/>
              <a:gd name="connsiteX8" fmla="*/ 0 w 1623138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709613 w 1623138"/>
              <a:gd name="connsiteY5" fmla="*/ 207169 h 1425021"/>
              <a:gd name="connsiteX6" fmla="*/ 595313 w 1623138"/>
              <a:gd name="connsiteY6" fmla="*/ 392906 h 1425021"/>
              <a:gd name="connsiteX7" fmla="*/ 923925 w 1623138"/>
              <a:gd name="connsiteY7" fmla="*/ 633411 h 1425021"/>
              <a:gd name="connsiteX8" fmla="*/ 621506 w 1623138"/>
              <a:gd name="connsiteY8" fmla="*/ 978691 h 1425021"/>
              <a:gd name="connsiteX9" fmla="*/ 0 w 1623138"/>
              <a:gd name="connsiteY9" fmla="*/ 745328 h 1425021"/>
              <a:gd name="connsiteX0" fmla="*/ 0 w 1623138"/>
              <a:gd name="connsiteY0" fmla="*/ 797716 h 1477409"/>
              <a:gd name="connsiteX1" fmla="*/ 0 w 1623138"/>
              <a:gd name="connsiteY1" fmla="*/ 1326354 h 1477409"/>
              <a:gd name="connsiteX2" fmla="*/ 1574006 w 1623138"/>
              <a:gd name="connsiteY2" fmla="*/ 981073 h 1477409"/>
              <a:gd name="connsiteX3" fmla="*/ 1264443 w 1623138"/>
              <a:gd name="connsiteY3" fmla="*/ 219074 h 1477409"/>
              <a:gd name="connsiteX4" fmla="*/ 835820 w 1623138"/>
              <a:gd name="connsiteY4" fmla="*/ 52388 h 1477409"/>
              <a:gd name="connsiteX5" fmla="*/ 421482 w 1623138"/>
              <a:gd name="connsiteY5" fmla="*/ 0 h 1477409"/>
              <a:gd name="connsiteX6" fmla="*/ 595313 w 1623138"/>
              <a:gd name="connsiteY6" fmla="*/ 445294 h 1477409"/>
              <a:gd name="connsiteX7" fmla="*/ 923925 w 1623138"/>
              <a:gd name="connsiteY7" fmla="*/ 685799 h 1477409"/>
              <a:gd name="connsiteX8" fmla="*/ 621506 w 1623138"/>
              <a:gd name="connsiteY8" fmla="*/ 1031079 h 1477409"/>
              <a:gd name="connsiteX9" fmla="*/ 0 w 1623138"/>
              <a:gd name="connsiteY9" fmla="*/ 797716 h 1477409"/>
              <a:gd name="connsiteX0" fmla="*/ 0 w 1623138"/>
              <a:gd name="connsiteY0" fmla="*/ 797716 h 1477409"/>
              <a:gd name="connsiteX1" fmla="*/ 0 w 1623138"/>
              <a:gd name="connsiteY1" fmla="*/ 1326354 h 1477409"/>
              <a:gd name="connsiteX2" fmla="*/ 1574006 w 1623138"/>
              <a:gd name="connsiteY2" fmla="*/ 981073 h 1477409"/>
              <a:gd name="connsiteX3" fmla="*/ 1264443 w 1623138"/>
              <a:gd name="connsiteY3" fmla="*/ 219074 h 1477409"/>
              <a:gd name="connsiteX4" fmla="*/ 835820 w 1623138"/>
              <a:gd name="connsiteY4" fmla="*/ 52388 h 1477409"/>
              <a:gd name="connsiteX5" fmla="*/ 654844 w 1623138"/>
              <a:gd name="connsiteY5" fmla="*/ 26194 h 1477409"/>
              <a:gd name="connsiteX6" fmla="*/ 421482 w 1623138"/>
              <a:gd name="connsiteY6" fmla="*/ 0 h 1477409"/>
              <a:gd name="connsiteX7" fmla="*/ 595313 w 1623138"/>
              <a:gd name="connsiteY7" fmla="*/ 445294 h 1477409"/>
              <a:gd name="connsiteX8" fmla="*/ 923925 w 1623138"/>
              <a:gd name="connsiteY8" fmla="*/ 685799 h 1477409"/>
              <a:gd name="connsiteX9" fmla="*/ 621506 w 1623138"/>
              <a:gd name="connsiteY9" fmla="*/ 1031079 h 1477409"/>
              <a:gd name="connsiteX10" fmla="*/ 0 w 1623138"/>
              <a:gd name="connsiteY10" fmla="*/ 797716 h 1477409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652572"/>
              <a:gd name="connsiteX1" fmla="*/ 0 w 1623138"/>
              <a:gd name="connsiteY1" fmla="*/ 1647822 h 1652572"/>
              <a:gd name="connsiteX2" fmla="*/ 1574006 w 1623138"/>
              <a:gd name="connsiteY2" fmla="*/ 1302541 h 1652572"/>
              <a:gd name="connsiteX3" fmla="*/ 1264443 w 1623138"/>
              <a:gd name="connsiteY3" fmla="*/ 540542 h 1652572"/>
              <a:gd name="connsiteX4" fmla="*/ 835820 w 1623138"/>
              <a:gd name="connsiteY4" fmla="*/ 373856 h 1652572"/>
              <a:gd name="connsiteX5" fmla="*/ 807244 w 1623138"/>
              <a:gd name="connsiteY5" fmla="*/ 0 h 1652572"/>
              <a:gd name="connsiteX6" fmla="*/ 421482 w 1623138"/>
              <a:gd name="connsiteY6" fmla="*/ 321468 h 1652572"/>
              <a:gd name="connsiteX7" fmla="*/ 595313 w 1623138"/>
              <a:gd name="connsiteY7" fmla="*/ 766762 h 1652572"/>
              <a:gd name="connsiteX8" fmla="*/ 923925 w 1623138"/>
              <a:gd name="connsiteY8" fmla="*/ 1007267 h 1652572"/>
              <a:gd name="connsiteX9" fmla="*/ 621506 w 1623138"/>
              <a:gd name="connsiteY9" fmla="*/ 1352547 h 1652572"/>
              <a:gd name="connsiteX10" fmla="*/ 0 w 1623138"/>
              <a:gd name="connsiteY10" fmla="*/ 1119184 h 1652572"/>
              <a:gd name="connsiteX0" fmla="*/ 0 w 1627271"/>
              <a:gd name="connsiteY0" fmla="*/ 1119184 h 1712926"/>
              <a:gd name="connsiteX1" fmla="*/ 0 w 1627271"/>
              <a:gd name="connsiteY1" fmla="*/ 1647822 h 1712926"/>
              <a:gd name="connsiteX2" fmla="*/ 1574006 w 1627271"/>
              <a:gd name="connsiteY2" fmla="*/ 1302541 h 1712926"/>
              <a:gd name="connsiteX3" fmla="*/ 1264443 w 1627271"/>
              <a:gd name="connsiteY3" fmla="*/ 540542 h 1712926"/>
              <a:gd name="connsiteX4" fmla="*/ 835820 w 1627271"/>
              <a:gd name="connsiteY4" fmla="*/ 373856 h 1712926"/>
              <a:gd name="connsiteX5" fmla="*/ 807244 w 1627271"/>
              <a:gd name="connsiteY5" fmla="*/ 0 h 1712926"/>
              <a:gd name="connsiteX6" fmla="*/ 421482 w 1627271"/>
              <a:gd name="connsiteY6" fmla="*/ 321468 h 1712926"/>
              <a:gd name="connsiteX7" fmla="*/ 595313 w 1627271"/>
              <a:gd name="connsiteY7" fmla="*/ 766762 h 1712926"/>
              <a:gd name="connsiteX8" fmla="*/ 923925 w 1627271"/>
              <a:gd name="connsiteY8" fmla="*/ 1007267 h 1712926"/>
              <a:gd name="connsiteX9" fmla="*/ 621506 w 1627271"/>
              <a:gd name="connsiteY9" fmla="*/ 1352547 h 1712926"/>
              <a:gd name="connsiteX10" fmla="*/ 0 w 1627271"/>
              <a:gd name="connsiteY10" fmla="*/ 1119184 h 1712926"/>
              <a:gd name="connsiteX0" fmla="*/ 0 w 1627271"/>
              <a:gd name="connsiteY0" fmla="*/ 1119184 h 1797816"/>
              <a:gd name="connsiteX1" fmla="*/ 0 w 1627271"/>
              <a:gd name="connsiteY1" fmla="*/ 1647822 h 1797816"/>
              <a:gd name="connsiteX2" fmla="*/ 1574006 w 1627271"/>
              <a:gd name="connsiteY2" fmla="*/ 1302541 h 1797816"/>
              <a:gd name="connsiteX3" fmla="*/ 1264443 w 1627271"/>
              <a:gd name="connsiteY3" fmla="*/ 540542 h 1797816"/>
              <a:gd name="connsiteX4" fmla="*/ 835820 w 1627271"/>
              <a:gd name="connsiteY4" fmla="*/ 373856 h 1797816"/>
              <a:gd name="connsiteX5" fmla="*/ 807244 w 1627271"/>
              <a:gd name="connsiteY5" fmla="*/ 0 h 1797816"/>
              <a:gd name="connsiteX6" fmla="*/ 421482 w 1627271"/>
              <a:gd name="connsiteY6" fmla="*/ 321468 h 1797816"/>
              <a:gd name="connsiteX7" fmla="*/ 595313 w 1627271"/>
              <a:gd name="connsiteY7" fmla="*/ 766762 h 1797816"/>
              <a:gd name="connsiteX8" fmla="*/ 923925 w 1627271"/>
              <a:gd name="connsiteY8" fmla="*/ 1007267 h 1797816"/>
              <a:gd name="connsiteX9" fmla="*/ 621506 w 1627271"/>
              <a:gd name="connsiteY9" fmla="*/ 1352547 h 1797816"/>
              <a:gd name="connsiteX10" fmla="*/ 0 w 1627271"/>
              <a:gd name="connsiteY10" fmla="*/ 1119184 h 1797816"/>
              <a:gd name="connsiteX0" fmla="*/ 0 w 1622231"/>
              <a:gd name="connsiteY0" fmla="*/ 1119184 h 1773253"/>
              <a:gd name="connsiteX1" fmla="*/ 0 w 1622231"/>
              <a:gd name="connsiteY1" fmla="*/ 1647822 h 1773253"/>
              <a:gd name="connsiteX2" fmla="*/ 1574006 w 1622231"/>
              <a:gd name="connsiteY2" fmla="*/ 1302541 h 1773253"/>
              <a:gd name="connsiteX3" fmla="*/ 1264443 w 1622231"/>
              <a:gd name="connsiteY3" fmla="*/ 540542 h 1773253"/>
              <a:gd name="connsiteX4" fmla="*/ 835820 w 1622231"/>
              <a:gd name="connsiteY4" fmla="*/ 373856 h 1773253"/>
              <a:gd name="connsiteX5" fmla="*/ 807244 w 1622231"/>
              <a:gd name="connsiteY5" fmla="*/ 0 h 1773253"/>
              <a:gd name="connsiteX6" fmla="*/ 421482 w 1622231"/>
              <a:gd name="connsiteY6" fmla="*/ 321468 h 1773253"/>
              <a:gd name="connsiteX7" fmla="*/ 595313 w 1622231"/>
              <a:gd name="connsiteY7" fmla="*/ 766762 h 1773253"/>
              <a:gd name="connsiteX8" fmla="*/ 923925 w 1622231"/>
              <a:gd name="connsiteY8" fmla="*/ 1007267 h 1773253"/>
              <a:gd name="connsiteX9" fmla="*/ 621506 w 1622231"/>
              <a:gd name="connsiteY9" fmla="*/ 1352547 h 1773253"/>
              <a:gd name="connsiteX10" fmla="*/ 0 w 1622231"/>
              <a:gd name="connsiteY10" fmla="*/ 1119184 h 1773253"/>
              <a:gd name="connsiteX0" fmla="*/ 0 w 1622231"/>
              <a:gd name="connsiteY0" fmla="*/ 1119184 h 1800701"/>
              <a:gd name="connsiteX1" fmla="*/ 0 w 1622231"/>
              <a:gd name="connsiteY1" fmla="*/ 1647822 h 1800701"/>
              <a:gd name="connsiteX2" fmla="*/ 1574006 w 1622231"/>
              <a:gd name="connsiteY2" fmla="*/ 1302541 h 1800701"/>
              <a:gd name="connsiteX3" fmla="*/ 1264443 w 1622231"/>
              <a:gd name="connsiteY3" fmla="*/ 540542 h 1800701"/>
              <a:gd name="connsiteX4" fmla="*/ 835820 w 1622231"/>
              <a:gd name="connsiteY4" fmla="*/ 373856 h 1800701"/>
              <a:gd name="connsiteX5" fmla="*/ 807244 w 1622231"/>
              <a:gd name="connsiteY5" fmla="*/ 0 h 1800701"/>
              <a:gd name="connsiteX6" fmla="*/ 421482 w 1622231"/>
              <a:gd name="connsiteY6" fmla="*/ 321468 h 1800701"/>
              <a:gd name="connsiteX7" fmla="*/ 595313 w 1622231"/>
              <a:gd name="connsiteY7" fmla="*/ 766762 h 1800701"/>
              <a:gd name="connsiteX8" fmla="*/ 923925 w 1622231"/>
              <a:gd name="connsiteY8" fmla="*/ 1007267 h 1800701"/>
              <a:gd name="connsiteX9" fmla="*/ 621506 w 1622231"/>
              <a:gd name="connsiteY9" fmla="*/ 1352547 h 1800701"/>
              <a:gd name="connsiteX10" fmla="*/ 0 w 1622231"/>
              <a:gd name="connsiteY10" fmla="*/ 1119184 h 1800701"/>
              <a:gd name="connsiteX0" fmla="*/ 0 w 1552023"/>
              <a:gd name="connsiteY0" fmla="*/ 1119184 h 1859749"/>
              <a:gd name="connsiteX1" fmla="*/ 0 w 1552023"/>
              <a:gd name="connsiteY1" fmla="*/ 1647822 h 1859749"/>
              <a:gd name="connsiteX2" fmla="*/ 1462087 w 1552023"/>
              <a:gd name="connsiteY2" fmla="*/ 1469229 h 1859749"/>
              <a:gd name="connsiteX3" fmla="*/ 1264443 w 1552023"/>
              <a:gd name="connsiteY3" fmla="*/ 540542 h 1859749"/>
              <a:gd name="connsiteX4" fmla="*/ 835820 w 1552023"/>
              <a:gd name="connsiteY4" fmla="*/ 373856 h 1859749"/>
              <a:gd name="connsiteX5" fmla="*/ 807244 w 1552023"/>
              <a:gd name="connsiteY5" fmla="*/ 0 h 1859749"/>
              <a:gd name="connsiteX6" fmla="*/ 421482 w 1552023"/>
              <a:gd name="connsiteY6" fmla="*/ 321468 h 1859749"/>
              <a:gd name="connsiteX7" fmla="*/ 595313 w 1552023"/>
              <a:gd name="connsiteY7" fmla="*/ 766762 h 1859749"/>
              <a:gd name="connsiteX8" fmla="*/ 923925 w 1552023"/>
              <a:gd name="connsiteY8" fmla="*/ 1007267 h 1859749"/>
              <a:gd name="connsiteX9" fmla="*/ 621506 w 1552023"/>
              <a:gd name="connsiteY9" fmla="*/ 1352547 h 1859749"/>
              <a:gd name="connsiteX10" fmla="*/ 0 w 1552023"/>
              <a:gd name="connsiteY10" fmla="*/ 1119184 h 1859749"/>
              <a:gd name="connsiteX0" fmla="*/ 0 w 1571973"/>
              <a:gd name="connsiteY0" fmla="*/ 1119184 h 1800114"/>
              <a:gd name="connsiteX1" fmla="*/ 0 w 1571973"/>
              <a:gd name="connsiteY1" fmla="*/ 1647822 h 1800114"/>
              <a:gd name="connsiteX2" fmla="*/ 1462087 w 1571973"/>
              <a:gd name="connsiteY2" fmla="*/ 1469229 h 1800114"/>
              <a:gd name="connsiteX3" fmla="*/ 1264443 w 1571973"/>
              <a:gd name="connsiteY3" fmla="*/ 540542 h 1800114"/>
              <a:gd name="connsiteX4" fmla="*/ 835820 w 1571973"/>
              <a:gd name="connsiteY4" fmla="*/ 373856 h 1800114"/>
              <a:gd name="connsiteX5" fmla="*/ 807244 w 1571973"/>
              <a:gd name="connsiteY5" fmla="*/ 0 h 1800114"/>
              <a:gd name="connsiteX6" fmla="*/ 421482 w 1571973"/>
              <a:gd name="connsiteY6" fmla="*/ 321468 h 1800114"/>
              <a:gd name="connsiteX7" fmla="*/ 595313 w 1571973"/>
              <a:gd name="connsiteY7" fmla="*/ 766762 h 1800114"/>
              <a:gd name="connsiteX8" fmla="*/ 923925 w 1571973"/>
              <a:gd name="connsiteY8" fmla="*/ 1007267 h 1800114"/>
              <a:gd name="connsiteX9" fmla="*/ 621506 w 1571973"/>
              <a:gd name="connsiteY9" fmla="*/ 1352547 h 1800114"/>
              <a:gd name="connsiteX10" fmla="*/ 0 w 1571973"/>
              <a:gd name="connsiteY10" fmla="*/ 1119184 h 1800114"/>
              <a:gd name="connsiteX0" fmla="*/ 0 w 1620477"/>
              <a:gd name="connsiteY0" fmla="*/ 1119184 h 1800815"/>
              <a:gd name="connsiteX1" fmla="*/ 0 w 1620477"/>
              <a:gd name="connsiteY1" fmla="*/ 1647822 h 1800815"/>
              <a:gd name="connsiteX2" fmla="*/ 1462087 w 1620477"/>
              <a:gd name="connsiteY2" fmla="*/ 1469229 h 1800815"/>
              <a:gd name="connsiteX3" fmla="*/ 1264443 w 1620477"/>
              <a:gd name="connsiteY3" fmla="*/ 540542 h 1800815"/>
              <a:gd name="connsiteX4" fmla="*/ 835820 w 1620477"/>
              <a:gd name="connsiteY4" fmla="*/ 373856 h 1800815"/>
              <a:gd name="connsiteX5" fmla="*/ 807244 w 1620477"/>
              <a:gd name="connsiteY5" fmla="*/ 0 h 1800815"/>
              <a:gd name="connsiteX6" fmla="*/ 421482 w 1620477"/>
              <a:gd name="connsiteY6" fmla="*/ 321468 h 1800815"/>
              <a:gd name="connsiteX7" fmla="*/ 595313 w 1620477"/>
              <a:gd name="connsiteY7" fmla="*/ 766762 h 1800815"/>
              <a:gd name="connsiteX8" fmla="*/ 923925 w 1620477"/>
              <a:gd name="connsiteY8" fmla="*/ 1007267 h 1800815"/>
              <a:gd name="connsiteX9" fmla="*/ 621506 w 1620477"/>
              <a:gd name="connsiteY9" fmla="*/ 1352547 h 1800815"/>
              <a:gd name="connsiteX10" fmla="*/ 0 w 1620477"/>
              <a:gd name="connsiteY10" fmla="*/ 1119184 h 1800815"/>
              <a:gd name="connsiteX0" fmla="*/ 0 w 1629436"/>
              <a:gd name="connsiteY0" fmla="*/ 1119184 h 1799377"/>
              <a:gd name="connsiteX1" fmla="*/ 0 w 1629436"/>
              <a:gd name="connsiteY1" fmla="*/ 1647822 h 1799377"/>
              <a:gd name="connsiteX2" fmla="*/ 1476374 w 1629436"/>
              <a:gd name="connsiteY2" fmla="*/ 1464467 h 1799377"/>
              <a:gd name="connsiteX3" fmla="*/ 1264443 w 1629436"/>
              <a:gd name="connsiteY3" fmla="*/ 540542 h 1799377"/>
              <a:gd name="connsiteX4" fmla="*/ 835820 w 1629436"/>
              <a:gd name="connsiteY4" fmla="*/ 373856 h 1799377"/>
              <a:gd name="connsiteX5" fmla="*/ 807244 w 1629436"/>
              <a:gd name="connsiteY5" fmla="*/ 0 h 1799377"/>
              <a:gd name="connsiteX6" fmla="*/ 421482 w 1629436"/>
              <a:gd name="connsiteY6" fmla="*/ 321468 h 1799377"/>
              <a:gd name="connsiteX7" fmla="*/ 595313 w 1629436"/>
              <a:gd name="connsiteY7" fmla="*/ 766762 h 1799377"/>
              <a:gd name="connsiteX8" fmla="*/ 923925 w 1629436"/>
              <a:gd name="connsiteY8" fmla="*/ 1007267 h 1799377"/>
              <a:gd name="connsiteX9" fmla="*/ 621506 w 1629436"/>
              <a:gd name="connsiteY9" fmla="*/ 1352547 h 1799377"/>
              <a:gd name="connsiteX10" fmla="*/ 0 w 1629436"/>
              <a:gd name="connsiteY10" fmla="*/ 1119184 h 1799377"/>
              <a:gd name="connsiteX0" fmla="*/ 0 w 1606110"/>
              <a:gd name="connsiteY0" fmla="*/ 1119184 h 1796213"/>
              <a:gd name="connsiteX1" fmla="*/ 0 w 1606110"/>
              <a:gd name="connsiteY1" fmla="*/ 1647822 h 1796213"/>
              <a:gd name="connsiteX2" fmla="*/ 1476374 w 1606110"/>
              <a:gd name="connsiteY2" fmla="*/ 1464467 h 1796213"/>
              <a:gd name="connsiteX3" fmla="*/ 1264443 w 1606110"/>
              <a:gd name="connsiteY3" fmla="*/ 540542 h 1796213"/>
              <a:gd name="connsiteX4" fmla="*/ 835820 w 1606110"/>
              <a:gd name="connsiteY4" fmla="*/ 373856 h 1796213"/>
              <a:gd name="connsiteX5" fmla="*/ 807244 w 1606110"/>
              <a:gd name="connsiteY5" fmla="*/ 0 h 1796213"/>
              <a:gd name="connsiteX6" fmla="*/ 421482 w 1606110"/>
              <a:gd name="connsiteY6" fmla="*/ 321468 h 1796213"/>
              <a:gd name="connsiteX7" fmla="*/ 595313 w 1606110"/>
              <a:gd name="connsiteY7" fmla="*/ 766762 h 1796213"/>
              <a:gd name="connsiteX8" fmla="*/ 923925 w 1606110"/>
              <a:gd name="connsiteY8" fmla="*/ 1007267 h 1796213"/>
              <a:gd name="connsiteX9" fmla="*/ 621506 w 1606110"/>
              <a:gd name="connsiteY9" fmla="*/ 1352547 h 1796213"/>
              <a:gd name="connsiteX10" fmla="*/ 0 w 1606110"/>
              <a:gd name="connsiteY10" fmla="*/ 1119184 h 1796213"/>
              <a:gd name="connsiteX0" fmla="*/ 0 w 1625337"/>
              <a:gd name="connsiteY0" fmla="*/ 1119184 h 1796213"/>
              <a:gd name="connsiteX1" fmla="*/ 0 w 1625337"/>
              <a:gd name="connsiteY1" fmla="*/ 1647822 h 1796213"/>
              <a:gd name="connsiteX2" fmla="*/ 1476374 w 1625337"/>
              <a:gd name="connsiteY2" fmla="*/ 1464467 h 1796213"/>
              <a:gd name="connsiteX3" fmla="*/ 1264443 w 1625337"/>
              <a:gd name="connsiteY3" fmla="*/ 540542 h 1796213"/>
              <a:gd name="connsiteX4" fmla="*/ 835820 w 1625337"/>
              <a:gd name="connsiteY4" fmla="*/ 373856 h 1796213"/>
              <a:gd name="connsiteX5" fmla="*/ 807244 w 1625337"/>
              <a:gd name="connsiteY5" fmla="*/ 0 h 1796213"/>
              <a:gd name="connsiteX6" fmla="*/ 421482 w 1625337"/>
              <a:gd name="connsiteY6" fmla="*/ 321468 h 1796213"/>
              <a:gd name="connsiteX7" fmla="*/ 595313 w 1625337"/>
              <a:gd name="connsiteY7" fmla="*/ 766762 h 1796213"/>
              <a:gd name="connsiteX8" fmla="*/ 923925 w 1625337"/>
              <a:gd name="connsiteY8" fmla="*/ 1007267 h 1796213"/>
              <a:gd name="connsiteX9" fmla="*/ 621506 w 1625337"/>
              <a:gd name="connsiteY9" fmla="*/ 1352547 h 1796213"/>
              <a:gd name="connsiteX10" fmla="*/ 0 w 1625337"/>
              <a:gd name="connsiteY10" fmla="*/ 1119184 h 1796213"/>
              <a:gd name="connsiteX0" fmla="*/ 0 w 1625337"/>
              <a:gd name="connsiteY0" fmla="*/ 1119184 h 1803595"/>
              <a:gd name="connsiteX1" fmla="*/ 0 w 1625337"/>
              <a:gd name="connsiteY1" fmla="*/ 1647822 h 1803595"/>
              <a:gd name="connsiteX2" fmla="*/ 1476374 w 1625337"/>
              <a:gd name="connsiteY2" fmla="*/ 1464467 h 1803595"/>
              <a:gd name="connsiteX3" fmla="*/ 1264443 w 1625337"/>
              <a:gd name="connsiteY3" fmla="*/ 540542 h 1803595"/>
              <a:gd name="connsiteX4" fmla="*/ 835820 w 1625337"/>
              <a:gd name="connsiteY4" fmla="*/ 373856 h 1803595"/>
              <a:gd name="connsiteX5" fmla="*/ 807244 w 1625337"/>
              <a:gd name="connsiteY5" fmla="*/ 0 h 1803595"/>
              <a:gd name="connsiteX6" fmla="*/ 421482 w 1625337"/>
              <a:gd name="connsiteY6" fmla="*/ 321468 h 1803595"/>
              <a:gd name="connsiteX7" fmla="*/ 595313 w 1625337"/>
              <a:gd name="connsiteY7" fmla="*/ 766762 h 1803595"/>
              <a:gd name="connsiteX8" fmla="*/ 923925 w 1625337"/>
              <a:gd name="connsiteY8" fmla="*/ 1007267 h 1803595"/>
              <a:gd name="connsiteX9" fmla="*/ 621506 w 1625337"/>
              <a:gd name="connsiteY9" fmla="*/ 1352547 h 1803595"/>
              <a:gd name="connsiteX10" fmla="*/ 0 w 1625337"/>
              <a:gd name="connsiteY10" fmla="*/ 1119184 h 1803595"/>
              <a:gd name="connsiteX0" fmla="*/ 0 w 1625337"/>
              <a:gd name="connsiteY0" fmla="*/ 1119184 h 1799376"/>
              <a:gd name="connsiteX1" fmla="*/ 0 w 1625337"/>
              <a:gd name="connsiteY1" fmla="*/ 1647822 h 1799376"/>
              <a:gd name="connsiteX2" fmla="*/ 1476374 w 1625337"/>
              <a:gd name="connsiteY2" fmla="*/ 1464467 h 1799376"/>
              <a:gd name="connsiteX3" fmla="*/ 1264443 w 1625337"/>
              <a:gd name="connsiteY3" fmla="*/ 540542 h 1799376"/>
              <a:gd name="connsiteX4" fmla="*/ 835820 w 1625337"/>
              <a:gd name="connsiteY4" fmla="*/ 373856 h 1799376"/>
              <a:gd name="connsiteX5" fmla="*/ 807244 w 1625337"/>
              <a:gd name="connsiteY5" fmla="*/ 0 h 1799376"/>
              <a:gd name="connsiteX6" fmla="*/ 421482 w 1625337"/>
              <a:gd name="connsiteY6" fmla="*/ 321468 h 1799376"/>
              <a:gd name="connsiteX7" fmla="*/ 595313 w 1625337"/>
              <a:gd name="connsiteY7" fmla="*/ 766762 h 1799376"/>
              <a:gd name="connsiteX8" fmla="*/ 923925 w 1625337"/>
              <a:gd name="connsiteY8" fmla="*/ 1007267 h 1799376"/>
              <a:gd name="connsiteX9" fmla="*/ 621506 w 1625337"/>
              <a:gd name="connsiteY9" fmla="*/ 1352547 h 1799376"/>
              <a:gd name="connsiteX10" fmla="*/ 0 w 1625337"/>
              <a:gd name="connsiteY10" fmla="*/ 1119184 h 1799376"/>
              <a:gd name="connsiteX0" fmla="*/ 0 w 1635914"/>
              <a:gd name="connsiteY0" fmla="*/ 1119184 h 1799376"/>
              <a:gd name="connsiteX1" fmla="*/ 0 w 1635914"/>
              <a:gd name="connsiteY1" fmla="*/ 1647822 h 1799376"/>
              <a:gd name="connsiteX2" fmla="*/ 1476374 w 1635914"/>
              <a:gd name="connsiteY2" fmla="*/ 1464467 h 1799376"/>
              <a:gd name="connsiteX3" fmla="*/ 1264443 w 1635914"/>
              <a:gd name="connsiteY3" fmla="*/ 540542 h 1799376"/>
              <a:gd name="connsiteX4" fmla="*/ 835820 w 1635914"/>
              <a:gd name="connsiteY4" fmla="*/ 373856 h 1799376"/>
              <a:gd name="connsiteX5" fmla="*/ 807244 w 1635914"/>
              <a:gd name="connsiteY5" fmla="*/ 0 h 1799376"/>
              <a:gd name="connsiteX6" fmla="*/ 421482 w 1635914"/>
              <a:gd name="connsiteY6" fmla="*/ 321468 h 1799376"/>
              <a:gd name="connsiteX7" fmla="*/ 595313 w 1635914"/>
              <a:gd name="connsiteY7" fmla="*/ 766762 h 1799376"/>
              <a:gd name="connsiteX8" fmla="*/ 923925 w 1635914"/>
              <a:gd name="connsiteY8" fmla="*/ 1007267 h 1799376"/>
              <a:gd name="connsiteX9" fmla="*/ 621506 w 1635914"/>
              <a:gd name="connsiteY9" fmla="*/ 1352547 h 1799376"/>
              <a:gd name="connsiteX10" fmla="*/ 0 w 1635914"/>
              <a:gd name="connsiteY10" fmla="*/ 1119184 h 1799376"/>
              <a:gd name="connsiteX0" fmla="*/ 0 w 1720482"/>
              <a:gd name="connsiteY0" fmla="*/ 1119184 h 1772537"/>
              <a:gd name="connsiteX1" fmla="*/ 0 w 1720482"/>
              <a:gd name="connsiteY1" fmla="*/ 1647822 h 1772537"/>
              <a:gd name="connsiteX2" fmla="*/ 1476374 w 1720482"/>
              <a:gd name="connsiteY2" fmla="*/ 1464467 h 1772537"/>
              <a:gd name="connsiteX3" fmla="*/ 1397793 w 1720482"/>
              <a:gd name="connsiteY3" fmla="*/ 626267 h 1772537"/>
              <a:gd name="connsiteX4" fmla="*/ 835820 w 1720482"/>
              <a:gd name="connsiteY4" fmla="*/ 373856 h 1772537"/>
              <a:gd name="connsiteX5" fmla="*/ 807244 w 1720482"/>
              <a:gd name="connsiteY5" fmla="*/ 0 h 1772537"/>
              <a:gd name="connsiteX6" fmla="*/ 421482 w 1720482"/>
              <a:gd name="connsiteY6" fmla="*/ 321468 h 1772537"/>
              <a:gd name="connsiteX7" fmla="*/ 595313 w 1720482"/>
              <a:gd name="connsiteY7" fmla="*/ 766762 h 1772537"/>
              <a:gd name="connsiteX8" fmla="*/ 923925 w 1720482"/>
              <a:gd name="connsiteY8" fmla="*/ 1007267 h 1772537"/>
              <a:gd name="connsiteX9" fmla="*/ 621506 w 1720482"/>
              <a:gd name="connsiteY9" fmla="*/ 1352547 h 1772537"/>
              <a:gd name="connsiteX10" fmla="*/ 0 w 1720482"/>
              <a:gd name="connsiteY10" fmla="*/ 1119184 h 1772537"/>
              <a:gd name="connsiteX0" fmla="*/ 0 w 1630664"/>
              <a:gd name="connsiteY0" fmla="*/ 1119184 h 1772537"/>
              <a:gd name="connsiteX1" fmla="*/ 0 w 1630664"/>
              <a:gd name="connsiteY1" fmla="*/ 1647822 h 1772537"/>
              <a:gd name="connsiteX2" fmla="*/ 1476374 w 1630664"/>
              <a:gd name="connsiteY2" fmla="*/ 1464467 h 1772537"/>
              <a:gd name="connsiteX3" fmla="*/ 1397793 w 1630664"/>
              <a:gd name="connsiteY3" fmla="*/ 626267 h 1772537"/>
              <a:gd name="connsiteX4" fmla="*/ 835820 w 1630664"/>
              <a:gd name="connsiteY4" fmla="*/ 373856 h 1772537"/>
              <a:gd name="connsiteX5" fmla="*/ 807244 w 1630664"/>
              <a:gd name="connsiteY5" fmla="*/ 0 h 1772537"/>
              <a:gd name="connsiteX6" fmla="*/ 421482 w 1630664"/>
              <a:gd name="connsiteY6" fmla="*/ 321468 h 1772537"/>
              <a:gd name="connsiteX7" fmla="*/ 595313 w 1630664"/>
              <a:gd name="connsiteY7" fmla="*/ 766762 h 1772537"/>
              <a:gd name="connsiteX8" fmla="*/ 923925 w 1630664"/>
              <a:gd name="connsiteY8" fmla="*/ 1007267 h 1772537"/>
              <a:gd name="connsiteX9" fmla="*/ 621506 w 1630664"/>
              <a:gd name="connsiteY9" fmla="*/ 1352547 h 1772537"/>
              <a:gd name="connsiteX10" fmla="*/ 0 w 1630664"/>
              <a:gd name="connsiteY10" fmla="*/ 1119184 h 1772537"/>
              <a:gd name="connsiteX0" fmla="*/ 0 w 1615856"/>
              <a:gd name="connsiteY0" fmla="*/ 1119184 h 1800557"/>
              <a:gd name="connsiteX1" fmla="*/ 0 w 1615856"/>
              <a:gd name="connsiteY1" fmla="*/ 1647822 h 1800557"/>
              <a:gd name="connsiteX2" fmla="*/ 1476374 w 1615856"/>
              <a:gd name="connsiteY2" fmla="*/ 1464467 h 1800557"/>
              <a:gd name="connsiteX3" fmla="*/ 1397793 w 1615856"/>
              <a:gd name="connsiteY3" fmla="*/ 626267 h 1800557"/>
              <a:gd name="connsiteX4" fmla="*/ 835820 w 1615856"/>
              <a:gd name="connsiteY4" fmla="*/ 373856 h 1800557"/>
              <a:gd name="connsiteX5" fmla="*/ 807244 w 1615856"/>
              <a:gd name="connsiteY5" fmla="*/ 0 h 1800557"/>
              <a:gd name="connsiteX6" fmla="*/ 421482 w 1615856"/>
              <a:gd name="connsiteY6" fmla="*/ 321468 h 1800557"/>
              <a:gd name="connsiteX7" fmla="*/ 595313 w 1615856"/>
              <a:gd name="connsiteY7" fmla="*/ 766762 h 1800557"/>
              <a:gd name="connsiteX8" fmla="*/ 923925 w 1615856"/>
              <a:gd name="connsiteY8" fmla="*/ 1007267 h 1800557"/>
              <a:gd name="connsiteX9" fmla="*/ 621506 w 1615856"/>
              <a:gd name="connsiteY9" fmla="*/ 1352547 h 1800557"/>
              <a:gd name="connsiteX10" fmla="*/ 0 w 1615856"/>
              <a:gd name="connsiteY10" fmla="*/ 1119184 h 1800557"/>
              <a:gd name="connsiteX0" fmla="*/ 0 w 1626496"/>
              <a:gd name="connsiteY0" fmla="*/ 1119184 h 1800277"/>
              <a:gd name="connsiteX1" fmla="*/ 0 w 1626496"/>
              <a:gd name="connsiteY1" fmla="*/ 1647822 h 1800277"/>
              <a:gd name="connsiteX2" fmla="*/ 1476374 w 1626496"/>
              <a:gd name="connsiteY2" fmla="*/ 1464467 h 1800277"/>
              <a:gd name="connsiteX3" fmla="*/ 1397793 w 1626496"/>
              <a:gd name="connsiteY3" fmla="*/ 626267 h 1800277"/>
              <a:gd name="connsiteX4" fmla="*/ 835820 w 1626496"/>
              <a:gd name="connsiteY4" fmla="*/ 373856 h 1800277"/>
              <a:gd name="connsiteX5" fmla="*/ 807244 w 1626496"/>
              <a:gd name="connsiteY5" fmla="*/ 0 h 1800277"/>
              <a:gd name="connsiteX6" fmla="*/ 421482 w 1626496"/>
              <a:gd name="connsiteY6" fmla="*/ 321468 h 1800277"/>
              <a:gd name="connsiteX7" fmla="*/ 595313 w 1626496"/>
              <a:gd name="connsiteY7" fmla="*/ 766762 h 1800277"/>
              <a:gd name="connsiteX8" fmla="*/ 923925 w 1626496"/>
              <a:gd name="connsiteY8" fmla="*/ 1007267 h 1800277"/>
              <a:gd name="connsiteX9" fmla="*/ 621506 w 1626496"/>
              <a:gd name="connsiteY9" fmla="*/ 1352547 h 1800277"/>
              <a:gd name="connsiteX10" fmla="*/ 0 w 1626496"/>
              <a:gd name="connsiteY10" fmla="*/ 1119184 h 1800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496" h="1800277">
                <a:moveTo>
                  <a:pt x="0" y="1119184"/>
                </a:moveTo>
                <a:lnTo>
                  <a:pt x="0" y="1647822"/>
                </a:lnTo>
                <a:cubicBezTo>
                  <a:pt x="686196" y="1947462"/>
                  <a:pt x="1196953" y="1762179"/>
                  <a:pt x="1476374" y="1464467"/>
                </a:cubicBezTo>
                <a:cubicBezTo>
                  <a:pt x="1699180" y="1227076"/>
                  <a:pt x="1674781" y="817990"/>
                  <a:pt x="1397793" y="626267"/>
                </a:cubicBezTo>
                <a:cubicBezTo>
                  <a:pt x="1228944" y="509394"/>
                  <a:pt x="1023144" y="457993"/>
                  <a:pt x="835820" y="373856"/>
                </a:cubicBezTo>
                <a:cubicBezTo>
                  <a:pt x="676275" y="325437"/>
                  <a:pt x="542926" y="112711"/>
                  <a:pt x="807244" y="0"/>
                </a:cubicBezTo>
                <a:cubicBezTo>
                  <a:pt x="507207" y="50006"/>
                  <a:pt x="440530" y="235745"/>
                  <a:pt x="421482" y="321468"/>
                </a:cubicBezTo>
                <a:cubicBezTo>
                  <a:pt x="362745" y="574674"/>
                  <a:pt x="546894" y="723107"/>
                  <a:pt x="595313" y="766762"/>
                </a:cubicBezTo>
                <a:cubicBezTo>
                  <a:pt x="664369" y="835024"/>
                  <a:pt x="857250" y="884236"/>
                  <a:pt x="923925" y="1007267"/>
                </a:cubicBezTo>
                <a:cubicBezTo>
                  <a:pt x="992188" y="1158079"/>
                  <a:pt x="883541" y="1334500"/>
                  <a:pt x="621506" y="1352547"/>
                </a:cubicBezTo>
                <a:cubicBezTo>
                  <a:pt x="455755" y="1363963"/>
                  <a:pt x="205977" y="1265235"/>
                  <a:pt x="0" y="1119184"/>
                </a:cubicBezTo>
                <a:close/>
              </a:path>
            </a:pathLst>
          </a:custGeom>
          <a:solidFill>
            <a:srgbClr val="0F238C"/>
          </a:solidFill>
          <a:ln w="12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1" name="Freeform 30"/>
          <p:cNvSpPr/>
          <p:nvPr userDrawn="1"/>
        </p:nvSpPr>
        <p:spPr>
          <a:xfrm>
            <a:off x="1453559" y="3895630"/>
            <a:ext cx="503288" cy="291471"/>
          </a:xfrm>
          <a:custGeom>
            <a:avLst/>
            <a:gdLst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13690"/>
              <a:gd name="connsiteY0" fmla="*/ 635794 h 788194"/>
              <a:gd name="connsiteX1" fmla="*/ 1402556 w 1413690"/>
              <a:gd name="connsiteY1" fmla="*/ 64294 h 788194"/>
              <a:gd name="connsiteX2" fmla="*/ 547687 w 1413690"/>
              <a:gd name="connsiteY2" fmla="*/ 0 h 788194"/>
              <a:gd name="connsiteX3" fmla="*/ 14287 w 1413690"/>
              <a:gd name="connsiteY3" fmla="*/ 469106 h 788194"/>
              <a:gd name="connsiteX4" fmla="*/ 0 w 1413690"/>
              <a:gd name="connsiteY4" fmla="*/ 788194 h 788194"/>
              <a:gd name="connsiteX5" fmla="*/ 283368 w 1413690"/>
              <a:gd name="connsiteY5" fmla="*/ 438150 h 788194"/>
              <a:gd name="connsiteX6" fmla="*/ 821531 w 1413690"/>
              <a:gd name="connsiteY6" fmla="*/ 371475 h 788194"/>
              <a:gd name="connsiteX7" fmla="*/ 1404937 w 1413690"/>
              <a:gd name="connsiteY7" fmla="*/ 635794 h 788194"/>
              <a:gd name="connsiteX0" fmla="*/ 1404937 w 1417413"/>
              <a:gd name="connsiteY0" fmla="*/ 635794 h 788194"/>
              <a:gd name="connsiteX1" fmla="*/ 1402556 w 1417413"/>
              <a:gd name="connsiteY1" fmla="*/ 64294 h 788194"/>
              <a:gd name="connsiteX2" fmla="*/ 547687 w 1417413"/>
              <a:gd name="connsiteY2" fmla="*/ 0 h 788194"/>
              <a:gd name="connsiteX3" fmla="*/ 14287 w 1417413"/>
              <a:gd name="connsiteY3" fmla="*/ 469106 h 788194"/>
              <a:gd name="connsiteX4" fmla="*/ 0 w 1417413"/>
              <a:gd name="connsiteY4" fmla="*/ 788194 h 788194"/>
              <a:gd name="connsiteX5" fmla="*/ 283368 w 1417413"/>
              <a:gd name="connsiteY5" fmla="*/ 438150 h 788194"/>
              <a:gd name="connsiteX6" fmla="*/ 821531 w 1417413"/>
              <a:gd name="connsiteY6" fmla="*/ 371475 h 788194"/>
              <a:gd name="connsiteX7" fmla="*/ 1404937 w 1417413"/>
              <a:gd name="connsiteY7" fmla="*/ 635794 h 788194"/>
              <a:gd name="connsiteX0" fmla="*/ 1404937 w 1417413"/>
              <a:gd name="connsiteY0" fmla="*/ 636458 h 788858"/>
              <a:gd name="connsiteX1" fmla="*/ 1402556 w 1417413"/>
              <a:gd name="connsiteY1" fmla="*/ 64958 h 788858"/>
              <a:gd name="connsiteX2" fmla="*/ 547687 w 1417413"/>
              <a:gd name="connsiteY2" fmla="*/ 664 h 788858"/>
              <a:gd name="connsiteX3" fmla="*/ 14287 w 1417413"/>
              <a:gd name="connsiteY3" fmla="*/ 469770 h 788858"/>
              <a:gd name="connsiteX4" fmla="*/ 0 w 1417413"/>
              <a:gd name="connsiteY4" fmla="*/ 788858 h 788858"/>
              <a:gd name="connsiteX5" fmla="*/ 283368 w 1417413"/>
              <a:gd name="connsiteY5" fmla="*/ 438814 h 788858"/>
              <a:gd name="connsiteX6" fmla="*/ 821531 w 1417413"/>
              <a:gd name="connsiteY6" fmla="*/ 372139 h 788858"/>
              <a:gd name="connsiteX7" fmla="*/ 1404937 w 1417413"/>
              <a:gd name="connsiteY7" fmla="*/ 636458 h 788858"/>
              <a:gd name="connsiteX0" fmla="*/ 1404937 w 1417413"/>
              <a:gd name="connsiteY0" fmla="*/ 659983 h 812383"/>
              <a:gd name="connsiteX1" fmla="*/ 1402556 w 1417413"/>
              <a:gd name="connsiteY1" fmla="*/ 88483 h 812383"/>
              <a:gd name="connsiteX2" fmla="*/ 547687 w 1417413"/>
              <a:gd name="connsiteY2" fmla="*/ 24189 h 812383"/>
              <a:gd name="connsiteX3" fmla="*/ 14287 w 1417413"/>
              <a:gd name="connsiteY3" fmla="*/ 493295 h 812383"/>
              <a:gd name="connsiteX4" fmla="*/ 0 w 1417413"/>
              <a:gd name="connsiteY4" fmla="*/ 812383 h 812383"/>
              <a:gd name="connsiteX5" fmla="*/ 283368 w 1417413"/>
              <a:gd name="connsiteY5" fmla="*/ 462339 h 812383"/>
              <a:gd name="connsiteX6" fmla="*/ 821531 w 1417413"/>
              <a:gd name="connsiteY6" fmla="*/ 395664 h 812383"/>
              <a:gd name="connsiteX7" fmla="*/ 1404937 w 1417413"/>
              <a:gd name="connsiteY7" fmla="*/ 659983 h 812383"/>
              <a:gd name="connsiteX0" fmla="*/ 1404937 w 1417413"/>
              <a:gd name="connsiteY0" fmla="*/ 674932 h 827332"/>
              <a:gd name="connsiteX1" fmla="*/ 1402556 w 1417413"/>
              <a:gd name="connsiteY1" fmla="*/ 103432 h 827332"/>
              <a:gd name="connsiteX2" fmla="*/ 547687 w 1417413"/>
              <a:gd name="connsiteY2" fmla="*/ 39138 h 827332"/>
              <a:gd name="connsiteX3" fmla="*/ 14287 w 1417413"/>
              <a:gd name="connsiteY3" fmla="*/ 508244 h 827332"/>
              <a:gd name="connsiteX4" fmla="*/ 0 w 1417413"/>
              <a:gd name="connsiteY4" fmla="*/ 827332 h 827332"/>
              <a:gd name="connsiteX5" fmla="*/ 283368 w 1417413"/>
              <a:gd name="connsiteY5" fmla="*/ 477288 h 827332"/>
              <a:gd name="connsiteX6" fmla="*/ 821531 w 1417413"/>
              <a:gd name="connsiteY6" fmla="*/ 410613 h 827332"/>
              <a:gd name="connsiteX7" fmla="*/ 1404937 w 1417413"/>
              <a:gd name="connsiteY7" fmla="*/ 674932 h 827332"/>
              <a:gd name="connsiteX0" fmla="*/ 1404937 w 1417413"/>
              <a:gd name="connsiteY0" fmla="*/ 674932 h 827332"/>
              <a:gd name="connsiteX1" fmla="*/ 1402556 w 1417413"/>
              <a:gd name="connsiteY1" fmla="*/ 103432 h 827332"/>
              <a:gd name="connsiteX2" fmla="*/ 547687 w 1417413"/>
              <a:gd name="connsiteY2" fmla="*/ 39138 h 827332"/>
              <a:gd name="connsiteX3" fmla="*/ 14287 w 1417413"/>
              <a:gd name="connsiteY3" fmla="*/ 508244 h 827332"/>
              <a:gd name="connsiteX4" fmla="*/ 0 w 1417413"/>
              <a:gd name="connsiteY4" fmla="*/ 827332 h 827332"/>
              <a:gd name="connsiteX5" fmla="*/ 283368 w 1417413"/>
              <a:gd name="connsiteY5" fmla="*/ 477288 h 827332"/>
              <a:gd name="connsiteX6" fmla="*/ 821531 w 1417413"/>
              <a:gd name="connsiteY6" fmla="*/ 410613 h 827332"/>
              <a:gd name="connsiteX7" fmla="*/ 1404937 w 1417413"/>
              <a:gd name="connsiteY7" fmla="*/ 674932 h 827332"/>
              <a:gd name="connsiteX0" fmla="*/ 1406804 w 1419280"/>
              <a:gd name="connsiteY0" fmla="*/ 674932 h 827332"/>
              <a:gd name="connsiteX1" fmla="*/ 1404423 w 1419280"/>
              <a:gd name="connsiteY1" fmla="*/ 103432 h 827332"/>
              <a:gd name="connsiteX2" fmla="*/ 549554 w 1419280"/>
              <a:gd name="connsiteY2" fmla="*/ 39138 h 827332"/>
              <a:gd name="connsiteX3" fmla="*/ 16154 w 1419280"/>
              <a:gd name="connsiteY3" fmla="*/ 508244 h 827332"/>
              <a:gd name="connsiteX4" fmla="*/ 1867 w 1419280"/>
              <a:gd name="connsiteY4" fmla="*/ 827332 h 827332"/>
              <a:gd name="connsiteX5" fmla="*/ 285235 w 1419280"/>
              <a:gd name="connsiteY5" fmla="*/ 477288 h 827332"/>
              <a:gd name="connsiteX6" fmla="*/ 823398 w 1419280"/>
              <a:gd name="connsiteY6" fmla="*/ 410613 h 827332"/>
              <a:gd name="connsiteX7" fmla="*/ 1406804 w 1419280"/>
              <a:gd name="connsiteY7" fmla="*/ 674932 h 827332"/>
              <a:gd name="connsiteX0" fmla="*/ 1409119 w 1421595"/>
              <a:gd name="connsiteY0" fmla="*/ 674932 h 827332"/>
              <a:gd name="connsiteX1" fmla="*/ 1406738 w 1421595"/>
              <a:gd name="connsiteY1" fmla="*/ 103432 h 827332"/>
              <a:gd name="connsiteX2" fmla="*/ 551869 w 1421595"/>
              <a:gd name="connsiteY2" fmla="*/ 39138 h 827332"/>
              <a:gd name="connsiteX3" fmla="*/ 18469 w 1421595"/>
              <a:gd name="connsiteY3" fmla="*/ 508244 h 827332"/>
              <a:gd name="connsiteX4" fmla="*/ 4182 w 1421595"/>
              <a:gd name="connsiteY4" fmla="*/ 827332 h 827332"/>
              <a:gd name="connsiteX5" fmla="*/ 287550 w 1421595"/>
              <a:gd name="connsiteY5" fmla="*/ 477288 h 827332"/>
              <a:gd name="connsiteX6" fmla="*/ 825713 w 1421595"/>
              <a:gd name="connsiteY6" fmla="*/ 410613 h 827332"/>
              <a:gd name="connsiteX7" fmla="*/ 1409119 w 1421595"/>
              <a:gd name="connsiteY7" fmla="*/ 674932 h 827332"/>
              <a:gd name="connsiteX0" fmla="*/ 1417088 w 1429564"/>
              <a:gd name="connsiteY0" fmla="*/ 674932 h 827332"/>
              <a:gd name="connsiteX1" fmla="*/ 1414707 w 1429564"/>
              <a:gd name="connsiteY1" fmla="*/ 103432 h 827332"/>
              <a:gd name="connsiteX2" fmla="*/ 559838 w 1429564"/>
              <a:gd name="connsiteY2" fmla="*/ 39138 h 827332"/>
              <a:gd name="connsiteX3" fmla="*/ 26438 w 1429564"/>
              <a:gd name="connsiteY3" fmla="*/ 508244 h 827332"/>
              <a:gd name="connsiteX4" fmla="*/ 12151 w 1429564"/>
              <a:gd name="connsiteY4" fmla="*/ 827332 h 827332"/>
              <a:gd name="connsiteX5" fmla="*/ 295519 w 1429564"/>
              <a:gd name="connsiteY5" fmla="*/ 477288 h 827332"/>
              <a:gd name="connsiteX6" fmla="*/ 833682 w 1429564"/>
              <a:gd name="connsiteY6" fmla="*/ 410613 h 827332"/>
              <a:gd name="connsiteX7" fmla="*/ 1417088 w 1429564"/>
              <a:gd name="connsiteY7" fmla="*/ 674932 h 827332"/>
              <a:gd name="connsiteX0" fmla="*/ 1417088 w 1429564"/>
              <a:gd name="connsiteY0" fmla="*/ 674932 h 827332"/>
              <a:gd name="connsiteX1" fmla="*/ 1414707 w 1429564"/>
              <a:gd name="connsiteY1" fmla="*/ 103432 h 827332"/>
              <a:gd name="connsiteX2" fmla="*/ 559838 w 1429564"/>
              <a:gd name="connsiteY2" fmla="*/ 39138 h 827332"/>
              <a:gd name="connsiteX3" fmla="*/ 26438 w 1429564"/>
              <a:gd name="connsiteY3" fmla="*/ 508244 h 827332"/>
              <a:gd name="connsiteX4" fmla="*/ 12151 w 1429564"/>
              <a:gd name="connsiteY4" fmla="*/ 827332 h 827332"/>
              <a:gd name="connsiteX5" fmla="*/ 295519 w 1429564"/>
              <a:gd name="connsiteY5" fmla="*/ 477288 h 827332"/>
              <a:gd name="connsiteX6" fmla="*/ 833682 w 1429564"/>
              <a:gd name="connsiteY6" fmla="*/ 410613 h 827332"/>
              <a:gd name="connsiteX7" fmla="*/ 1417088 w 1429564"/>
              <a:gd name="connsiteY7" fmla="*/ 674932 h 827332"/>
              <a:gd name="connsiteX0" fmla="*/ 1417088 w 1428573"/>
              <a:gd name="connsiteY0" fmla="*/ 674932 h 827332"/>
              <a:gd name="connsiteX1" fmla="*/ 1414707 w 1428573"/>
              <a:gd name="connsiteY1" fmla="*/ 103432 h 827332"/>
              <a:gd name="connsiteX2" fmla="*/ 559838 w 1428573"/>
              <a:gd name="connsiteY2" fmla="*/ 39138 h 827332"/>
              <a:gd name="connsiteX3" fmla="*/ 26438 w 1428573"/>
              <a:gd name="connsiteY3" fmla="*/ 508244 h 827332"/>
              <a:gd name="connsiteX4" fmla="*/ 12151 w 1428573"/>
              <a:gd name="connsiteY4" fmla="*/ 827332 h 827332"/>
              <a:gd name="connsiteX5" fmla="*/ 295519 w 1428573"/>
              <a:gd name="connsiteY5" fmla="*/ 477288 h 827332"/>
              <a:gd name="connsiteX6" fmla="*/ 833682 w 1428573"/>
              <a:gd name="connsiteY6" fmla="*/ 410613 h 827332"/>
              <a:gd name="connsiteX7" fmla="*/ 1417088 w 1428573"/>
              <a:gd name="connsiteY7" fmla="*/ 674932 h 827332"/>
              <a:gd name="connsiteX0" fmla="*/ 1417088 w 1428573"/>
              <a:gd name="connsiteY0" fmla="*/ 674932 h 827332"/>
              <a:gd name="connsiteX1" fmla="*/ 1414707 w 1428573"/>
              <a:gd name="connsiteY1" fmla="*/ 103432 h 827332"/>
              <a:gd name="connsiteX2" fmla="*/ 559838 w 1428573"/>
              <a:gd name="connsiteY2" fmla="*/ 39138 h 827332"/>
              <a:gd name="connsiteX3" fmla="*/ 26438 w 1428573"/>
              <a:gd name="connsiteY3" fmla="*/ 508244 h 827332"/>
              <a:gd name="connsiteX4" fmla="*/ 12151 w 1428573"/>
              <a:gd name="connsiteY4" fmla="*/ 827332 h 827332"/>
              <a:gd name="connsiteX5" fmla="*/ 295519 w 1428573"/>
              <a:gd name="connsiteY5" fmla="*/ 477288 h 827332"/>
              <a:gd name="connsiteX6" fmla="*/ 833682 w 1428573"/>
              <a:gd name="connsiteY6" fmla="*/ 410613 h 827332"/>
              <a:gd name="connsiteX7" fmla="*/ 1417088 w 1428573"/>
              <a:gd name="connsiteY7" fmla="*/ 674932 h 827332"/>
              <a:gd name="connsiteX0" fmla="*/ 1420075 w 1431560"/>
              <a:gd name="connsiteY0" fmla="*/ 674932 h 827332"/>
              <a:gd name="connsiteX1" fmla="*/ 1417694 w 1431560"/>
              <a:gd name="connsiteY1" fmla="*/ 103432 h 827332"/>
              <a:gd name="connsiteX2" fmla="*/ 562825 w 1431560"/>
              <a:gd name="connsiteY2" fmla="*/ 39138 h 827332"/>
              <a:gd name="connsiteX3" fmla="*/ 29425 w 1431560"/>
              <a:gd name="connsiteY3" fmla="*/ 508244 h 827332"/>
              <a:gd name="connsiteX4" fmla="*/ 15138 w 1431560"/>
              <a:gd name="connsiteY4" fmla="*/ 827332 h 827332"/>
              <a:gd name="connsiteX5" fmla="*/ 298506 w 1431560"/>
              <a:gd name="connsiteY5" fmla="*/ 477288 h 827332"/>
              <a:gd name="connsiteX6" fmla="*/ 836669 w 1431560"/>
              <a:gd name="connsiteY6" fmla="*/ 410613 h 827332"/>
              <a:gd name="connsiteX7" fmla="*/ 1420075 w 1431560"/>
              <a:gd name="connsiteY7" fmla="*/ 674932 h 827332"/>
              <a:gd name="connsiteX0" fmla="*/ 1420075 w 1431560"/>
              <a:gd name="connsiteY0" fmla="*/ 674932 h 827332"/>
              <a:gd name="connsiteX1" fmla="*/ 1417694 w 1431560"/>
              <a:gd name="connsiteY1" fmla="*/ 103432 h 827332"/>
              <a:gd name="connsiteX2" fmla="*/ 562825 w 1431560"/>
              <a:gd name="connsiteY2" fmla="*/ 39138 h 827332"/>
              <a:gd name="connsiteX3" fmla="*/ 29425 w 1431560"/>
              <a:gd name="connsiteY3" fmla="*/ 508244 h 827332"/>
              <a:gd name="connsiteX4" fmla="*/ 15138 w 1431560"/>
              <a:gd name="connsiteY4" fmla="*/ 827332 h 827332"/>
              <a:gd name="connsiteX5" fmla="*/ 298506 w 1431560"/>
              <a:gd name="connsiteY5" fmla="*/ 477288 h 827332"/>
              <a:gd name="connsiteX6" fmla="*/ 836669 w 1431560"/>
              <a:gd name="connsiteY6" fmla="*/ 410613 h 827332"/>
              <a:gd name="connsiteX7" fmla="*/ 1420075 w 1431560"/>
              <a:gd name="connsiteY7" fmla="*/ 674932 h 827332"/>
              <a:gd name="connsiteX0" fmla="*/ 1417089 w 1428574"/>
              <a:gd name="connsiteY0" fmla="*/ 674932 h 827332"/>
              <a:gd name="connsiteX1" fmla="*/ 1414708 w 1428574"/>
              <a:gd name="connsiteY1" fmla="*/ 103432 h 827332"/>
              <a:gd name="connsiteX2" fmla="*/ 559839 w 1428574"/>
              <a:gd name="connsiteY2" fmla="*/ 39138 h 827332"/>
              <a:gd name="connsiteX3" fmla="*/ 26439 w 1428574"/>
              <a:gd name="connsiteY3" fmla="*/ 508244 h 827332"/>
              <a:gd name="connsiteX4" fmla="*/ 12152 w 1428574"/>
              <a:gd name="connsiteY4" fmla="*/ 827332 h 827332"/>
              <a:gd name="connsiteX5" fmla="*/ 295520 w 1428574"/>
              <a:gd name="connsiteY5" fmla="*/ 477288 h 827332"/>
              <a:gd name="connsiteX6" fmla="*/ 833683 w 1428574"/>
              <a:gd name="connsiteY6" fmla="*/ 410613 h 827332"/>
              <a:gd name="connsiteX7" fmla="*/ 1417089 w 1428574"/>
              <a:gd name="connsiteY7" fmla="*/ 674932 h 827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28574" h="827332">
                <a:moveTo>
                  <a:pt x="1417089" y="674932"/>
                </a:moveTo>
                <a:cubicBezTo>
                  <a:pt x="1435346" y="448714"/>
                  <a:pt x="1429789" y="289169"/>
                  <a:pt x="1414708" y="103432"/>
                </a:cubicBezTo>
                <a:cubicBezTo>
                  <a:pt x="1129752" y="1038"/>
                  <a:pt x="880514" y="-34681"/>
                  <a:pt x="559839" y="39138"/>
                </a:cubicBezTo>
                <a:cubicBezTo>
                  <a:pt x="324968" y="93205"/>
                  <a:pt x="103590" y="255487"/>
                  <a:pt x="26439" y="508244"/>
                </a:cubicBezTo>
                <a:cubicBezTo>
                  <a:pt x="-7732" y="620193"/>
                  <a:pt x="-4518" y="728112"/>
                  <a:pt x="12152" y="827332"/>
                </a:cubicBezTo>
                <a:cubicBezTo>
                  <a:pt x="28424" y="650723"/>
                  <a:pt x="130471" y="560134"/>
                  <a:pt x="295520" y="477288"/>
                </a:cubicBezTo>
                <a:cubicBezTo>
                  <a:pt x="460084" y="394686"/>
                  <a:pt x="654458" y="387116"/>
                  <a:pt x="833683" y="410613"/>
                </a:cubicBezTo>
                <a:cubicBezTo>
                  <a:pt x="1142452" y="451094"/>
                  <a:pt x="1298820" y="584445"/>
                  <a:pt x="1417089" y="674932"/>
                </a:cubicBezTo>
                <a:close/>
              </a:path>
            </a:pathLst>
          </a:custGeom>
          <a:solidFill>
            <a:srgbClr val="0F238C"/>
          </a:solidFill>
          <a:ln w="12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23011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6169023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Document change &amp; version history</a:t>
            </a:r>
            <a:endParaRPr lang="en-US" sz="3200" b="1">
              <a:solidFill>
                <a:schemeClr val="accent1"/>
              </a:solidFill>
              <a:latin typeface="+mn-lt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9420FE7-689E-444C-ABDA-B8DC97CF055C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C5205E5-B497-4674-AA5F-932D7AA5CE81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4E3A0E-827F-4E80-8E1D-EC954DF9AD81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  <p:graphicFrame>
        <p:nvGraphicFramePr>
          <p:cNvPr id="65" name="Table 64">
            <a:extLst>
              <a:ext uri="{FF2B5EF4-FFF2-40B4-BE49-F238E27FC236}">
                <a16:creationId xmlns:a16="http://schemas.microsoft.com/office/drawing/2014/main" id="{5E26B7F2-ABE7-45D8-9AC3-5E1F8E83049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576792039"/>
              </p:ext>
            </p:extLst>
          </p:nvPr>
        </p:nvGraphicFramePr>
        <p:xfrm>
          <a:off x="485593" y="812382"/>
          <a:ext cx="10515600" cy="56692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752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34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298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PCCSIM</a:t>
                      </a:r>
                      <a:r>
                        <a:rPr lang="en-US" sz="1800" baseline="0">
                          <a:solidFill>
                            <a:schemeClr val="bg1"/>
                          </a:solidFill>
                        </a:rPr>
                        <a:t> version</a:t>
                      </a:r>
                      <a:endParaRPr lang="en-US" sz="1800" b="0" i="1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Modified date</a:t>
                      </a:r>
                      <a:endParaRPr lang="en-US" sz="1800" b="0" i="1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Comments</a:t>
                      </a:r>
                      <a:endParaRPr lang="en-US" sz="1800" b="0" i="1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26" name="Text Placeholder 44">
            <a:extLst>
              <a:ext uri="{FF2B5EF4-FFF2-40B4-BE49-F238E27FC236}">
                <a16:creationId xmlns:a16="http://schemas.microsoft.com/office/drawing/2014/main" id="{A8520634-49E9-44BE-8B2F-B31556079F5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0074" y="1313428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Version 1…</a:t>
            </a:r>
          </a:p>
        </p:txBody>
      </p:sp>
      <p:sp>
        <p:nvSpPr>
          <p:cNvPr id="127" name="Text Placeholder 44">
            <a:extLst>
              <a:ext uri="{FF2B5EF4-FFF2-40B4-BE49-F238E27FC236}">
                <a16:creationId xmlns:a16="http://schemas.microsoft.com/office/drawing/2014/main" id="{47A7814B-A2AB-4C1B-B2C2-2848D9162B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2324" y="1322953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Date 1…</a:t>
            </a:r>
          </a:p>
        </p:txBody>
      </p:sp>
      <p:sp>
        <p:nvSpPr>
          <p:cNvPr id="128" name="Text Placeholder 44">
            <a:extLst>
              <a:ext uri="{FF2B5EF4-FFF2-40B4-BE49-F238E27FC236}">
                <a16:creationId xmlns:a16="http://schemas.microsoft.com/office/drawing/2014/main" id="{AB269AB8-8FEE-4A7D-A99F-7400B15E712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94044" y="1313428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Comment 1…</a:t>
            </a:r>
          </a:p>
        </p:txBody>
      </p:sp>
      <p:sp>
        <p:nvSpPr>
          <p:cNvPr id="129" name="Text Placeholder 44">
            <a:extLst>
              <a:ext uri="{FF2B5EF4-FFF2-40B4-BE49-F238E27FC236}">
                <a16:creationId xmlns:a16="http://schemas.microsoft.com/office/drawing/2014/main" id="{6A944757-155C-478C-8D3A-7AD3A195C6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0074" y="1780347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0" name="Text Placeholder 44">
            <a:extLst>
              <a:ext uri="{FF2B5EF4-FFF2-40B4-BE49-F238E27FC236}">
                <a16:creationId xmlns:a16="http://schemas.microsoft.com/office/drawing/2014/main" id="{189BC163-7FA3-4652-8B84-56D1525B1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62324" y="1789872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1" name="Text Placeholder 44">
            <a:extLst>
              <a:ext uri="{FF2B5EF4-FFF2-40B4-BE49-F238E27FC236}">
                <a16:creationId xmlns:a16="http://schemas.microsoft.com/office/drawing/2014/main" id="{D5A6E04F-B7D9-4E88-9ED8-528C1C4C72F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594044" y="1780347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2" name="Text Placeholder 44">
            <a:extLst>
              <a:ext uri="{FF2B5EF4-FFF2-40B4-BE49-F238E27FC236}">
                <a16:creationId xmlns:a16="http://schemas.microsoft.com/office/drawing/2014/main" id="{4CFFEE3E-1E64-44AE-B5F8-49D2F3DF61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00074" y="2250833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3" name="Text Placeholder 44">
            <a:extLst>
              <a:ext uri="{FF2B5EF4-FFF2-40B4-BE49-F238E27FC236}">
                <a16:creationId xmlns:a16="http://schemas.microsoft.com/office/drawing/2014/main" id="{230F560B-7F5E-499C-8191-EA59FE710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62324" y="2260358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4" name="Text Placeholder 44">
            <a:extLst>
              <a:ext uri="{FF2B5EF4-FFF2-40B4-BE49-F238E27FC236}">
                <a16:creationId xmlns:a16="http://schemas.microsoft.com/office/drawing/2014/main" id="{2393B152-29EA-4C1A-9045-4009BF22DFF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594044" y="2250833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5" name="Text Placeholder 44">
            <a:extLst>
              <a:ext uri="{FF2B5EF4-FFF2-40B4-BE49-F238E27FC236}">
                <a16:creationId xmlns:a16="http://schemas.microsoft.com/office/drawing/2014/main" id="{1DF97E7C-06EA-4DFE-A65D-9BF90164AD1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2863" y="2727587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6" name="Text Placeholder 44">
            <a:extLst>
              <a:ext uri="{FF2B5EF4-FFF2-40B4-BE49-F238E27FC236}">
                <a16:creationId xmlns:a16="http://schemas.microsoft.com/office/drawing/2014/main" id="{2EA0929F-AC6F-4ABE-A65B-B2701F38EFD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65113" y="2737112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7" name="Text Placeholder 44">
            <a:extLst>
              <a:ext uri="{FF2B5EF4-FFF2-40B4-BE49-F238E27FC236}">
                <a16:creationId xmlns:a16="http://schemas.microsoft.com/office/drawing/2014/main" id="{8DB2739E-EE08-42EA-A70B-D24211F4352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96833" y="2727587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8" name="Text Placeholder 44">
            <a:extLst>
              <a:ext uri="{FF2B5EF4-FFF2-40B4-BE49-F238E27FC236}">
                <a16:creationId xmlns:a16="http://schemas.microsoft.com/office/drawing/2014/main" id="{80D39BA8-A764-4D7B-94CA-C4A8A4D8AC9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02863" y="3198073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9" name="Text Placeholder 44">
            <a:extLst>
              <a:ext uri="{FF2B5EF4-FFF2-40B4-BE49-F238E27FC236}">
                <a16:creationId xmlns:a16="http://schemas.microsoft.com/office/drawing/2014/main" id="{4F63D4D5-4760-4A66-AE66-8C462BD918C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5113" y="3207598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0" name="Text Placeholder 44">
            <a:extLst>
              <a:ext uri="{FF2B5EF4-FFF2-40B4-BE49-F238E27FC236}">
                <a16:creationId xmlns:a16="http://schemas.microsoft.com/office/drawing/2014/main" id="{AD7C76E5-A89B-4088-8179-5CFE573EEF1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96833" y="3198073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1" name="Text Placeholder 44">
            <a:extLst>
              <a:ext uri="{FF2B5EF4-FFF2-40B4-BE49-F238E27FC236}">
                <a16:creationId xmlns:a16="http://schemas.microsoft.com/office/drawing/2014/main" id="{B1CE6488-F136-41A8-9B86-FD664C5F25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9474" y="3674599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2" name="Text Placeholder 44">
            <a:extLst>
              <a:ext uri="{FF2B5EF4-FFF2-40B4-BE49-F238E27FC236}">
                <a16:creationId xmlns:a16="http://schemas.microsoft.com/office/drawing/2014/main" id="{E0E11077-0D94-43D3-90C8-977505C1DE5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271724" y="3684124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3" name="Text Placeholder 44">
            <a:extLst>
              <a:ext uri="{FF2B5EF4-FFF2-40B4-BE49-F238E27FC236}">
                <a16:creationId xmlns:a16="http://schemas.microsoft.com/office/drawing/2014/main" id="{85FE2B94-9EE2-48FE-A340-2FC3A629606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603444" y="3674599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4" name="Text Placeholder 44">
            <a:extLst>
              <a:ext uri="{FF2B5EF4-FFF2-40B4-BE49-F238E27FC236}">
                <a16:creationId xmlns:a16="http://schemas.microsoft.com/office/drawing/2014/main" id="{257AA6D4-15CB-48C9-A816-2ACB3837DAA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09474" y="4145085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5" name="Text Placeholder 44">
            <a:extLst>
              <a:ext uri="{FF2B5EF4-FFF2-40B4-BE49-F238E27FC236}">
                <a16:creationId xmlns:a16="http://schemas.microsoft.com/office/drawing/2014/main" id="{3D2E4CDA-E049-4677-ABD6-C2BBF2EB16A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71724" y="4154610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6" name="Text Placeholder 44">
            <a:extLst>
              <a:ext uri="{FF2B5EF4-FFF2-40B4-BE49-F238E27FC236}">
                <a16:creationId xmlns:a16="http://schemas.microsoft.com/office/drawing/2014/main" id="{7C5FDCE9-BB09-4C61-ACC6-442BC5D621A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603444" y="4145085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7" name="Text Placeholder 44">
            <a:extLst>
              <a:ext uri="{FF2B5EF4-FFF2-40B4-BE49-F238E27FC236}">
                <a16:creationId xmlns:a16="http://schemas.microsoft.com/office/drawing/2014/main" id="{D831FE99-330F-4DCB-9EBE-621FADCFA6B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2263" y="4621839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8" name="Text Placeholder 44">
            <a:extLst>
              <a:ext uri="{FF2B5EF4-FFF2-40B4-BE49-F238E27FC236}">
                <a16:creationId xmlns:a16="http://schemas.microsoft.com/office/drawing/2014/main" id="{23866489-E81B-4619-ADAB-24E8A074389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274513" y="4631364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9" name="Text Placeholder 44">
            <a:extLst>
              <a:ext uri="{FF2B5EF4-FFF2-40B4-BE49-F238E27FC236}">
                <a16:creationId xmlns:a16="http://schemas.microsoft.com/office/drawing/2014/main" id="{2D2DD4D8-2621-4216-9858-3D2503C1EAA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606233" y="4621839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0" name="Text Placeholder 44">
            <a:extLst>
              <a:ext uri="{FF2B5EF4-FFF2-40B4-BE49-F238E27FC236}">
                <a16:creationId xmlns:a16="http://schemas.microsoft.com/office/drawing/2014/main" id="{67683399-4F56-4D78-868B-70A9AD25354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12263" y="5092325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1" name="Text Placeholder 44">
            <a:extLst>
              <a:ext uri="{FF2B5EF4-FFF2-40B4-BE49-F238E27FC236}">
                <a16:creationId xmlns:a16="http://schemas.microsoft.com/office/drawing/2014/main" id="{013CF28A-1CEF-4174-9271-A39A5A8C4A5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274513" y="5101850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2" name="Text Placeholder 44">
            <a:extLst>
              <a:ext uri="{FF2B5EF4-FFF2-40B4-BE49-F238E27FC236}">
                <a16:creationId xmlns:a16="http://schemas.microsoft.com/office/drawing/2014/main" id="{E831CEAF-B504-4F11-96BD-7D0BD7C375F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606233" y="5092325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3" name="Text Placeholder 44">
            <a:extLst>
              <a:ext uri="{FF2B5EF4-FFF2-40B4-BE49-F238E27FC236}">
                <a16:creationId xmlns:a16="http://schemas.microsoft.com/office/drawing/2014/main" id="{392E1B0A-7EE3-4049-9D07-2A67AE44C3F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09474" y="5565281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4" name="Text Placeholder 44">
            <a:extLst>
              <a:ext uri="{FF2B5EF4-FFF2-40B4-BE49-F238E27FC236}">
                <a16:creationId xmlns:a16="http://schemas.microsoft.com/office/drawing/2014/main" id="{4FDEDD44-D92D-48FF-B0B9-072678ADA85F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71724" y="5574806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5" name="Text Placeholder 44">
            <a:extLst>
              <a:ext uri="{FF2B5EF4-FFF2-40B4-BE49-F238E27FC236}">
                <a16:creationId xmlns:a16="http://schemas.microsoft.com/office/drawing/2014/main" id="{B3F58D9D-FA1E-498C-A083-A7C1DEED54B2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603444" y="5565281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6" name="Text Placeholder 44">
            <a:extLst>
              <a:ext uri="{FF2B5EF4-FFF2-40B4-BE49-F238E27FC236}">
                <a16:creationId xmlns:a16="http://schemas.microsoft.com/office/drawing/2014/main" id="{69DA7B37-8367-46F3-B914-5F37FDB22587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9474" y="6035767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7" name="Text Placeholder 44">
            <a:extLst>
              <a:ext uri="{FF2B5EF4-FFF2-40B4-BE49-F238E27FC236}">
                <a16:creationId xmlns:a16="http://schemas.microsoft.com/office/drawing/2014/main" id="{6FE87AC8-072B-4B07-926F-2EFFB32AC8C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271724" y="6045292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8" name="Text Placeholder 44">
            <a:extLst>
              <a:ext uri="{FF2B5EF4-FFF2-40B4-BE49-F238E27FC236}">
                <a16:creationId xmlns:a16="http://schemas.microsoft.com/office/drawing/2014/main" id="{05BBBA95-2527-42B9-86AC-4748D502FF5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603444" y="6035767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574259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slideLayout" Target="../slideLayouts/slideLayout5.xml"/><Relationship Id="rId7" Type="http://schemas.openxmlformats.org/officeDocument/2006/relationships/tags" Target="../tags/tag1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1.emf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oleObject" Target="../embeddings/oleObject4.bin"/><Relationship Id="rId5" Type="http://schemas.openxmlformats.org/officeDocument/2006/relationships/tags" Target="../tags/tag26.xml"/><Relationship Id="rId4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ags" Target="../tags/tag30.xml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ags" Target="../tags/tag32.xml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theme" Target="../theme/theme10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6.bin"/><Relationship Id="rId4" Type="http://schemas.openxmlformats.org/officeDocument/2006/relationships/tags" Target="../tags/tag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3EC6AB-8604-454D-90A9-426F8FB0B4C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3943552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3EC6AB-8604-454D-90A9-426F8FB0B4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21ED9D3F-6B8D-4A95-A8F0-04C53422FE12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463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7310023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71232178-9D6D-45AE-BDA1-ECC4DB793126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2767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42701946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458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708" r:id="rId4"/>
    <p:sldLayoutId id="2147483709" r:id="rId5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4131596727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5987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97235802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95" imgH="394" progId="TCLayout.ActiveDocument.1">
                  <p:embed/>
                </p:oleObj>
              </mc:Choice>
              <mc:Fallback>
                <p:oleObj name="think-cell Slide" r:id="rId6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9005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66250938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3428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568403987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2168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41592980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4701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36421272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0047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469D6EC-CE4A-473B-ADA7-262E540CA46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965055003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4" progId="TCLayout.ActiveDocument.1">
                  <p:embed/>
                </p:oleObj>
              </mc:Choice>
              <mc:Fallback>
                <p:oleObj name="think-cell Slide" r:id="rId5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469D6EC-CE4A-473B-ADA7-262E540CA4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7CAB8478-B36D-4A32-8F08-EE202C086F18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0937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0" r:id="rId2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D1FAF7-1D5F-4037-95F9-B345E20BD0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TW" dirty="0"/>
              <a:t>{{DEPARTMENT}}</a:t>
            </a:r>
            <a:r>
              <a:rPr lang="zh-TW" altLang="en-US" dirty="0"/>
              <a:t> </a:t>
            </a:r>
            <a:r>
              <a:rPr lang="en-US" altLang="zh-TW" dirty="0"/>
              <a:t>/ {{AUTHOR}}</a:t>
            </a:r>
            <a:endParaRPr lang="fr-B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A6FD4A-45D5-4F56-95AA-5E52DCEDCE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BE" dirty="0"/>
              <a:t>{{CREATE_DATE}}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593221B-2276-6A60-D2FA-B7F5B811F935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647700" y="4222750"/>
            <a:ext cx="10560050" cy="411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{{TITLE}}</a:t>
            </a:r>
          </a:p>
        </p:txBody>
      </p:sp>
    </p:spTree>
    <p:extLst>
      <p:ext uri="{BB962C8B-B14F-4D97-AF65-F5344CB8AC3E}">
        <p14:creationId xmlns:p14="http://schemas.microsoft.com/office/powerpoint/2010/main" val="530964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240AEBE-78FA-4845-9A4E-14199DA2264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zh-TW" dirty="0"/>
              <a:t>{{IN_DN}}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844B1-1E32-40A9-B56D-5B6F294A11D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{{CREATE_DATE}}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D9C05B-4801-42C3-9551-B4E7E993F7B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altLang="zh-TW" dirty="0"/>
              <a:t>{{CLOSE_DATE}}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054170-6B44-40B4-A313-879E1415A99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/>
              <a:t>{{MACHINE}}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986BC44-8A93-4B4A-9265-45C455EF2A3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8B16D07-9859-4690-B691-0629D8456CE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718C012-39AC-4EDC-805F-26366BA7162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871493" y="76200"/>
            <a:ext cx="5730240" cy="307505"/>
          </a:xfrm>
        </p:spPr>
        <p:txBody>
          <a:bodyPr/>
          <a:lstStyle/>
          <a:p>
            <a:r>
              <a:rPr lang="en-US" altLang="zh-TW" dirty="0"/>
              <a:t>The GUI software is unable </a:t>
            </a:r>
            <a:r>
              <a:rPr lang="en-US" altLang="zh-TW"/>
              <a:t>to detect the </a:t>
            </a:r>
            <a:r>
              <a:rPr lang="en-US" altLang="zh-TW" dirty="0"/>
              <a:t>GA0 issue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942005B-38CD-4F13-BD76-C1F109E7C4B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534068" y="389881"/>
            <a:ext cx="3219860" cy="220804"/>
          </a:xfrm>
        </p:spPr>
        <p:txBody>
          <a:bodyPr/>
          <a:lstStyle/>
          <a:p>
            <a:r>
              <a:rPr lang="en-US" altLang="zh-TW" dirty="0"/>
              <a:t>{{MODULE_NAME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86AE978-8837-4BDA-9B93-CDEF21B958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534069" y="613229"/>
            <a:ext cx="2410156" cy="240858"/>
          </a:xfrm>
        </p:spPr>
        <p:txBody>
          <a:bodyPr/>
          <a:lstStyle/>
          <a:p>
            <a:endParaRPr lang="en-US" altLang="zh-TW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9EDBDEF-5933-4D49-BD25-7544575DF44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dirty="0"/>
              <a:t>{{DEPARTMENT}} / {{AUTHOR}}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46C7B9-6C86-466E-B8E9-28393C871A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>
            <a:lvl1pPr>
              <a:buFont typeface="Arial" pitchFamily="34" charset="0"/>
              <a:buChar char="•"/>
            </a:lvl1pPr>
            <a:lvl2pPr>
              <a:buFont typeface="Arial" pitchFamily="34" charset="0"/>
              <a:buChar char="–"/>
            </a:lvl2pPr>
            <a:lvl3pPr>
              <a:buFont typeface="Arial" pitchFamily="34" charset="0"/>
              <a:buChar char="•"/>
            </a:lvl3pPr>
            <a:lvl4pPr>
              <a:buFont typeface="Arial" pitchFamily="34" charset="0"/>
              <a:buChar char="–"/>
            </a:lvl4pPr>
            <a:lvl5pPr>
              <a:buFont typeface="Arial" pitchFamily="34" charset="0"/>
              <a:buChar char="»"/>
            </a:lvl5pPr>
            <a:lvl6pPr>
              <a:buFont typeface="Arial" pitchFamily="34" charset="0"/>
              <a:buChar char="•"/>
            </a:lvl6pPr>
            <a:lvl7pPr>
              <a:buFont typeface="Arial" pitchFamily="34" charset="0"/>
              <a:buChar char="•"/>
            </a:lvl7pPr>
            <a:lvl8pPr>
              <a:buFont typeface="Arial" pitchFamily="34" charset="0"/>
              <a:buChar char="•"/>
            </a:lvl8pPr>
            <a:lvl9pPr>
              <a:buFont typeface="Arial" pitchFamily="34" charset="0"/>
              <a:buChar char="•"/>
            </a:lvl9pPr>
          </a:lstStyle>
          <a:p>
            <a:pPr>
              <a:buNone/>
            </a:pPr>
            <a:r>
              <a:rPr lang="en-US" altLang="zh-TW" sz="1400" dirty="0"/>
              <a:t>{{PROBLEM_DESCRIPTION}}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BD77BCC-E139-4E1C-B73B-2C0889B872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{{IMPACT_CONTAINER}}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43A99D0-5834-495E-B07F-574130EFFD9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41404" y="4038595"/>
            <a:ext cx="5730240" cy="578606"/>
          </a:xfrm>
        </p:spPr>
        <p:txBody>
          <a:bodyPr/>
          <a:lstStyle/>
          <a:p>
            <a:r>
              <a:rPr lang="en-US" altLang="zh-TW" sz="1400" dirty="0"/>
              <a:t>{{NEED_HELP}}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DCAC041-2967-41B8-BF91-F9D2187D918E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endParaRPr lang="en-US" altLang="zh-TW" sz="14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D39824D-EC1D-40AB-A8F6-473454247ED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n-US" altLang="zh-TW" sz="1200" dirty="0"/>
              <a:t>{{ROOT_CAUSE}}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212A15A-11E0-4D35-A3C6-AE0024C0593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 altLang="zh-TW" sz="1100" dirty="0"/>
              <a:t>{{ACTION_TAKEN}}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8F47019-13A5-415F-9197-63E49EE87A9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 sz="1400"/>
              <a:t>{{SOLUTION}}</a:t>
            </a:r>
            <a:endParaRPr lang="en-US" sz="1400" dirty="0"/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E8269544-0917-7B54-E4E3-5D7C9B325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817938"/>
            <a:ext cx="12192000" cy="0"/>
          </a:xfrm>
          <a:prstGeom prst="rect">
            <a:avLst/>
          </a:prstGeom>
          <a:solidFill>
            <a:srgbClr val="FAF6F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696" tIns="11109" rIns="12696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sp>
        <p:nvSpPr>
          <p:cNvPr id="21" name="Rectangle 1">
            <a:extLst>
              <a:ext uri="{FF2B5EF4-FFF2-40B4-BE49-F238E27FC236}">
                <a16:creationId xmlns:a16="http://schemas.microsoft.com/office/drawing/2014/main" id="{77A434A0-F56F-7403-6C6D-9921BB978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8179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E3F822D6-52D8-9317-2181-A95F3AA6C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281" y="217908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1EE1227C-E65C-2C2E-1EC0-1928CD53C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8179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000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72364-9C7B-981B-6C42-6E03476B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EB013B-6D72-3D4E-292A-F8C588CE2E5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D4A3B6-8902-EC94-4B77-277AD12C4D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3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0D4477-D312-5410-CC01-18BBD10CF9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7440" y="712304"/>
            <a:ext cx="10424160" cy="6035040"/>
          </a:xfrm>
        </p:spPr>
        <p:txBody>
          <a:bodyPr/>
          <a:lstStyle/>
          <a:p>
            <a:pPr marL="457200" indent="-457200">
              <a:buAutoNum type="arabicPeriod"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0274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CC60AC-C42D-421A-B7AD-80F50E9E33B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3BEA41-74CC-4EBD-BC43-20CEBDABFC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4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F096B1-5578-4D1A-AB20-8C16046AF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3399" y="682807"/>
            <a:ext cx="11028486" cy="6035040"/>
          </a:xfrm>
        </p:spPr>
        <p:txBody>
          <a:bodyPr/>
          <a:lstStyle/>
          <a:p>
            <a:endParaRPr lang="en-US" altLang="zh-TW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708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FDB43B-EF4D-46A3-B313-CD9192CEE2F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31B9BC-FCAF-465B-BD64-784E9B441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5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FBEB0-699A-4AD0-B5B4-3705B9357B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529249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1E339A-00C0-4636-A86C-EDCDFB0B90B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CB98BD-0764-4225-9BE8-2596C8B416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6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1A0F41-4E09-4C9E-86CB-9AB9BAD7F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6192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757A61-DFA7-408E-9912-B314E60909D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76F56D-DD1C-4C44-9B96-862C11ED3E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7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F20BE-676F-4A16-8E30-E03EDBEEFC0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5568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41AF3F-04E0-41B7-9E4E-700C24F79EB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B16C5-6955-4095-B530-885DBF6FB7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8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A08D61-4842-41B1-A5EB-6D6F1ACD69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505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60CE70-81A7-41FE-B083-5BABE4CA2A2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3406B9-C167-49DB-BBDF-B37A31253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9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93C025-0880-45A0-BC79-0EEF19DA37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670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1051C8-61FD-47DF-BEAD-786E0EDAFA4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9ADDB8-2FE0-47B0-BF64-1EEA276818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10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5CF822-039C-4BAB-AF52-2B3767F5EE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927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948179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AIBAQEBAQEBAQEBAQEBAQIAAAAAAAAAAwAAAAMAAAAA/////wQADwwAAAAAAAAAAAAAIAD///////////////8AAAD///////////////8DAAAAAwD///////8DAAAAAwD///////8DAAAAAw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QAAAACABAAC476pNC5tHdFgZy3ABRRSukFAAAAAAADAAAAAwADAAAAAQADAAAAAwD///////8DAAAAAwD///////8DAAQA////////BAAAAAMAEAALb6zjMJxUoECh32uUrqTfjAUAAAABAAMAAAAAAAMAAAACAAMAAAAAAAMAAAACAAMAAAAAAAMAAAACAAM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CAMAAAAAAAAAAAAACAB////////////////AAAA////////////////BAAAAAMA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AgEDAAAAAwD///////8lAAZMaW5rZWRTaGFwZVByZXNlbnRhdGlvblNldHRpbmdzRGF0YV8wBQAAAAEABAAAAAAABAAAAAIABAAAAAA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I76pNC5tHdFgZy3ABRRSukDRGF0YQAbAAAABExpbmtlZFNoYXBlRGF0YQAFAAAAAAACTmFtZQAZAAAATGlua2VkU2hhcGVzRGF0YVByb3BlcnR5ABBWZXJzaW9uAAAAAAAJTGFzdFdyaXRlACWb5H18AQAAAAEA/////8YAxgAAAAVfaWQAEAAAAARvrOMwnFSgQKHfa5SupN+MA0RhdGEAUwAAAAhQcmVzZW50YXRpb25TY2FubmVkRm9yTGlua2VkU2hhcGVzAAECTnVtYmVyRm9ybWF0U2VwYXJhdG9yTW9kZQAKAAAAQXV0b21hdGljAAACTmFtZQAkAAAATGlua2VkU2hhcGVQcmVzZW50YXRpb25TZXR0aW5nc0RhdGEAEFZlcnNpb24AAAAAAAlMYXN0V3JpdGUAmpvkfXw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B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2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2.xml><?xml version="1.0" encoding="utf-8"?>
<a:theme xmlns:a="http://schemas.openxmlformats.org/drawingml/2006/main" name="1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3.xml><?xml version="1.0" encoding="utf-8"?>
<a:theme xmlns:a="http://schemas.openxmlformats.org/drawingml/2006/main" name="3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4.xml><?xml version="1.0" encoding="utf-8"?>
<a:theme xmlns:a="http://schemas.openxmlformats.org/drawingml/2006/main" name="4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5.xml><?xml version="1.0" encoding="utf-8"?>
<a:theme xmlns:a="http://schemas.openxmlformats.org/drawingml/2006/main" name="5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6.xml><?xml version="1.0" encoding="utf-8"?>
<a:theme xmlns:a="http://schemas.openxmlformats.org/drawingml/2006/main" name="6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7.xml><?xml version="1.0" encoding="utf-8"?>
<a:theme xmlns:a="http://schemas.openxmlformats.org/drawingml/2006/main" name="7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8.xml><?xml version="1.0" encoding="utf-8"?>
<a:theme xmlns:a="http://schemas.openxmlformats.org/drawingml/2006/main" name="8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9.xml><?xml version="1.0" encoding="utf-8"?>
<a:theme xmlns:a="http://schemas.openxmlformats.org/drawingml/2006/main" name="9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10.xml><?xml version="1.0" encoding="utf-8"?>
<a:theme xmlns:a="http://schemas.openxmlformats.org/drawingml/2006/main" name="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B549168FB75A3488BC4103F87F73B40" ma:contentTypeVersion="18" ma:contentTypeDescription="Create a new document." ma:contentTypeScope="" ma:versionID="328a126f77957e0392744a93659f4520">
  <xsd:schema xmlns:xsd="http://www.w3.org/2001/XMLSchema" xmlns:xs="http://www.w3.org/2001/XMLSchema" xmlns:p="http://schemas.microsoft.com/office/2006/metadata/properties" xmlns:ns2="665c44e8-82e0-472a-a146-da60c58e68e1" xmlns:ns3="23be5dd0-5fe9-4d77-a208-8cb1544265e8" xmlns:ns4="96391330-744c-4f89-8848-61ee24e358ec" targetNamespace="http://schemas.microsoft.com/office/2006/metadata/properties" ma:root="true" ma:fieldsID="b907add6b8296a919324492997179082" ns2:_="" ns3:_="" ns4:_="">
    <xsd:import namespace="665c44e8-82e0-472a-a146-da60c58e68e1"/>
    <xsd:import namespace="23be5dd0-5fe9-4d77-a208-8cb1544265e8"/>
    <xsd:import namespace="96391330-744c-4f89-8848-61ee24e358ec"/>
    <xsd:element name="properties">
      <xsd:complexType>
        <xsd:sequence>
          <xsd:element name="documentManagement">
            <xsd:complexType>
              <xsd:all>
                <xsd:element ref="ns2:h299cf7589dc4b75bcd2bf9f19243c76" minOccurs="0"/>
                <xsd:element ref="ns2:TaxCatchAll" minOccurs="0"/>
                <xsd:element ref="ns2:TaxCatchAllLabel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lcf76f155ced4ddcb4097134ff3c332f" minOccurs="0"/>
                <xsd:element ref="ns3:MediaServiceLocation" minOccurs="0"/>
                <xsd:element ref="ns4:SharedWithUsers" minOccurs="0"/>
                <xsd:element ref="ns4:SharedWithDetails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5c44e8-82e0-472a-a146-da60c58e68e1" elementFormDefault="qualified">
    <xsd:import namespace="http://schemas.microsoft.com/office/2006/documentManagement/types"/>
    <xsd:import namespace="http://schemas.microsoft.com/office/infopath/2007/PartnerControls"/>
    <xsd:element name="h299cf7589dc4b75bcd2bf9f19243c76" ma:index="8" nillable="true" ma:taxonomy="true" ma:internalName="h299cf7589dc4b75bcd2bf9f19243c76" ma:taxonomyFieldName="InformationClassification" ma:displayName="Information Classification" ma:readOnly="false" ma:default="" ma:fieldId="{1299cf75-89dc-4b75-bcd2-bf9f19243c76}" ma:sspId="9bb7800a-9dd4-4efa-9404-7ac564e64633" ma:termSetId="15e70205-4b68-455f-98cc-31f0c36972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9" nillable="true" ma:displayName="Taxonomy Catch All Column" ma:hidden="true" ma:list="{0b709eb4-ff14-4de3-a801-e4eb886c78e4}" ma:internalName="TaxCatchAll" ma:showField="CatchAllData" ma:web="96391330-744c-4f89-8848-61ee24e358e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0" nillable="true" ma:displayName="Taxonomy Catch All Column1" ma:hidden="true" ma:list="{0b709eb4-ff14-4de3-a801-e4eb886c78e4}" ma:internalName="TaxCatchAllLabel" ma:readOnly="true" ma:showField="CatchAllDataLabel" ma:web="96391330-744c-4f89-8848-61ee24e358e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be5dd0-5fe9-4d77-a208-8cb1544265e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9bb7800a-9dd4-4efa-9404-7ac564e646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391330-744c-4f89-8848-61ee24e358ec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65c44e8-82e0-472a-a146-da60c58e68e1" xsi:nil="true"/>
    <h299cf7589dc4b75bcd2bf9f19243c76 xmlns="665c44e8-82e0-472a-a146-da60c58e68e1">
      <Terms xmlns="http://schemas.microsoft.com/office/infopath/2007/PartnerControls"/>
    </h299cf7589dc4b75bcd2bf9f19243c76>
    <lcf76f155ced4ddcb4097134ff3c332f xmlns="23be5dd0-5fe9-4d77-a208-8cb1544265e8">
      <Terms xmlns="http://schemas.microsoft.com/office/infopath/2007/PartnerControls"/>
    </lcf76f155ced4ddcb4097134ff3c332f>
  </documentManagement>
</p:properties>
</file>

<file path=customXml/item4.xml><?xml version="1.0" encoding="utf-8"?>
<?mso-contentType ?>
<SharedContentType xmlns="Microsoft.SharePoint.Taxonomy.ContentTypeSync" SourceId="9bb7800a-9dd4-4efa-9404-7ac564e64633" ContentTypeId="0x0101" PreviousValue="false"/>
</file>

<file path=customXml/itemProps1.xml><?xml version="1.0" encoding="utf-8"?>
<ds:datastoreItem xmlns:ds="http://schemas.openxmlformats.org/officeDocument/2006/customXml" ds:itemID="{DC6D3FE8-DD6A-4107-ABA9-3D75862BC8F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2D34274-DC47-432B-A115-EACADD5AAC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65c44e8-82e0-472a-a146-da60c58e68e1"/>
    <ds:schemaRef ds:uri="23be5dd0-5fe9-4d77-a208-8cb1544265e8"/>
    <ds:schemaRef ds:uri="96391330-744c-4f89-8848-61ee24e358e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76B05F0-EFB4-477E-A2FF-AF07B40BD0D5}">
  <ds:schemaRefs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purl.org/dc/elements/1.1/"/>
    <ds:schemaRef ds:uri="665c44e8-82e0-472a-a146-da60c58e68e1"/>
    <ds:schemaRef ds:uri="http://schemas.openxmlformats.org/package/2006/metadata/core-properties"/>
    <ds:schemaRef ds:uri="http://purl.org/dc/terms/"/>
    <ds:schemaRef ds:uri="31629ac3-3e2e-4fc7-8811-2587ea125704"/>
    <ds:schemaRef ds:uri="http://www.w3.org/XML/1998/namespace"/>
    <ds:schemaRef ds:uri="http://purl.org/dc/dcmitype/"/>
    <ds:schemaRef ds:uri="23be5dd0-5fe9-4d77-a208-8cb1544265e8"/>
  </ds:schemaRefs>
</ds:datastoreItem>
</file>

<file path=customXml/itemProps4.xml><?xml version="1.0" encoding="utf-8"?>
<ds:datastoreItem xmlns:ds="http://schemas.openxmlformats.org/officeDocument/2006/customXml" ds:itemID="{9DF9804C-418F-4597-AB48-7E749D9A5721}">
  <ds:schemaRefs>
    <ds:schemaRef ds:uri="Microsoft.SharePoint.Taxonomy.ContentTypeSync"/>
  </ds:schemaRefs>
</ds:datastoreItem>
</file>

<file path=docMetadata/LabelInfo.xml><?xml version="1.0" encoding="utf-8"?>
<clbl:labelList xmlns:clbl="http://schemas.microsoft.com/office/2020/mipLabelMetadata">
  <clbl:label id="{1c18959a-f805-4b02-b465-c75c791063b3}" enabled="1" method="Privileged" siteId="{af73baa8-f594-4eb2-a39d-93e96cad61f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6823</TotalTime>
  <Words>123</Words>
  <Application>Microsoft Office PowerPoint</Application>
  <PresentationFormat>Widescreen</PresentationFormat>
  <Paragraphs>33</Paragraphs>
  <Slides>11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10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5" baseType="lpstr">
      <vt:lpstr>MS PGothic</vt:lpstr>
      <vt:lpstr>Arial</vt:lpstr>
      <vt:lpstr>Calibri</vt:lpstr>
      <vt:lpstr>12_ASML_POWERPOINT presentation NW2</vt:lpstr>
      <vt:lpstr>1_ASML_POWERPOINT presentation NW2</vt:lpstr>
      <vt:lpstr>3_ASML_POWERPOINT presentation NW2</vt:lpstr>
      <vt:lpstr>4_ASML_POWERPOINT presentation NW2</vt:lpstr>
      <vt:lpstr>5_ASML_POWERPOINT presentation NW2</vt:lpstr>
      <vt:lpstr>6_ASML_POWERPOINT presentation NW2</vt:lpstr>
      <vt:lpstr>7_ASML_POWERPOINT presentation NW2</vt:lpstr>
      <vt:lpstr>8_ASML_POWERPOINT presentation NW2</vt:lpstr>
      <vt:lpstr>9_ASML_POWERPOINT presentation NW2</vt:lpstr>
      <vt:lpstr>ASML_POWERPOINT presentation NW2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Kate Chang</dc:creator>
  <cp:lastModifiedBy>Gibson Chen - GIQH</cp:lastModifiedBy>
  <cp:revision>35</cp:revision>
  <dcterms:created xsi:type="dcterms:W3CDTF">2021-08-30T06:07:47Z</dcterms:created>
  <dcterms:modified xsi:type="dcterms:W3CDTF">2026-07-03T01:06:10Z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c18959a-f805-4b02-b465-c75c791063b3_Enabled">
    <vt:lpwstr>true</vt:lpwstr>
  </property>
  <property fmtid="{D5CDD505-2E9C-101B-9397-08002B2CF9AE}" pid="3" name="MSIP_Label_1c18959a-f805-4b02-b465-c75c791063b3_SetDate">
    <vt:lpwstr>2021-10-14T08:36:14Z</vt:lpwstr>
  </property>
  <property fmtid="{D5CDD505-2E9C-101B-9397-08002B2CF9AE}" pid="4" name="MSIP_Label_1c18959a-f805-4b02-b465-c75c791063b3_Method">
    <vt:lpwstr>Privileged</vt:lpwstr>
  </property>
  <property fmtid="{D5CDD505-2E9C-101B-9397-08002B2CF9AE}" pid="5" name="MSIP_Label_1c18959a-f805-4b02-b465-c75c791063b3_Name">
    <vt:lpwstr>1c18959a-f805-4b02-b465-c75c791063b3</vt:lpwstr>
  </property>
  <property fmtid="{D5CDD505-2E9C-101B-9397-08002B2CF9AE}" pid="6" name="MSIP_Label_1c18959a-f805-4b02-b465-c75c791063b3_SiteId">
    <vt:lpwstr>af73baa8-f594-4eb2-a39d-93e96cad61fc</vt:lpwstr>
  </property>
  <property fmtid="{D5CDD505-2E9C-101B-9397-08002B2CF9AE}" pid="7" name="MSIP_Label_1c18959a-f805-4b02-b465-c75c791063b3_ActionId">
    <vt:lpwstr>e3ae98a8-3346-4c42-b5a1-45754abe309c</vt:lpwstr>
  </property>
  <property fmtid="{D5CDD505-2E9C-101B-9397-08002B2CF9AE}" pid="8" name="MSIP_Label_1c18959a-f805-4b02-b465-c75c791063b3_ContentBits">
    <vt:lpwstr>2</vt:lpwstr>
  </property>
  <property fmtid="{D5CDD505-2E9C-101B-9397-08002B2CF9AE}" pid="9" name="ContentTypeId">
    <vt:lpwstr>0x0101002B549168FB75A3488BC4103F87F73B40</vt:lpwstr>
  </property>
  <property fmtid="{D5CDD505-2E9C-101B-9397-08002B2CF9AE}" pid="10" name="InformationClassification">
    <vt:lpwstr/>
  </property>
  <property fmtid="{D5CDD505-2E9C-101B-9397-08002B2CF9AE}" pid="11" name="MediaServiceImageTags">
    <vt:lpwstr/>
  </property>
</Properties>
</file>