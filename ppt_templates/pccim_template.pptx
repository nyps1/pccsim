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0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5"/>
    <p:sldMasterId id="2147483660" r:id="rId6"/>
    <p:sldMasterId id="2147483672" r:id="rId7"/>
    <p:sldMasterId id="2147483677" r:id="rId8"/>
    <p:sldMasterId id="2147483680" r:id="rId9"/>
    <p:sldMasterId id="2147483684" r:id="rId10"/>
    <p:sldMasterId id="2147483686" r:id="rId11"/>
    <p:sldMasterId id="2147483688" r:id="rId12"/>
    <p:sldMasterId id="2147483698" r:id="rId13"/>
    <p:sldMasterId id="2147483690" r:id="rId14"/>
  </p:sldMasterIdLst>
  <p:notesMasterIdLst>
    <p:notesMasterId r:id="rId27"/>
  </p:notesMasterIdLst>
  <p:handoutMasterIdLst>
    <p:handoutMasterId r:id="rId28"/>
  </p:handoutMasterIdLst>
  <p:sldIdLst>
    <p:sldId id="2090651210" r:id="rId15"/>
    <p:sldId id="2090651971" r:id="rId16"/>
    <p:sldId id="2090651939" r:id="rId17"/>
    <p:sldId id="2090652012" r:id="rId18"/>
    <p:sldId id="2090651942" r:id="rId19"/>
    <p:sldId id="2090651944" r:id="rId20"/>
    <p:sldId id="2090651945" r:id="rId21"/>
    <p:sldId id="2090651943" r:id="rId22"/>
    <p:sldId id="2090651946" r:id="rId23"/>
    <p:sldId id="2090651947" r:id="rId24"/>
    <p:sldId id="2090651948" r:id="rId25"/>
    <p:sldId id="263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ngle Page Summary" id="{D45A9B79-5032-42E0-962D-9CFFF9C07898}">
          <p14:sldIdLst>
            <p14:sldId id="2090651210"/>
            <p14:sldId id="2090651971"/>
          </p14:sldIdLst>
        </p14:section>
        <p14:section name="Problem" id="{575E4FD6-59F5-47AD-83DB-6C6E2A11EF4B}">
          <p14:sldIdLst>
            <p14:sldId id="2090651939"/>
            <p14:sldId id="2090652012"/>
          </p14:sldIdLst>
        </p14:section>
        <p14:section name="Containment" id="{070D6380-69E6-4E4D-997B-793FA1A80924}">
          <p14:sldIdLst>
            <p14:sldId id="2090651942"/>
          </p14:sldIdLst>
        </p14:section>
        <p14:section name="Cause" id="{3829960F-A341-4B00-8CA3-778D27287F72}">
          <p14:sldIdLst>
            <p14:sldId id="2090651944"/>
            <p14:sldId id="2090651945"/>
            <p14:sldId id="2090651943"/>
          </p14:sldIdLst>
        </p14:section>
        <p14:section name="Solution" id="{2CAF2385-3AEF-4F32-8A63-830F693FB3F4}">
          <p14:sldIdLst>
            <p14:sldId id="2090651946"/>
          </p14:sldIdLst>
        </p14:section>
        <p14:section name="Implementation (Optional)" id="{2352CFEE-2334-4260-B2FA-BFAF63CA02AB}">
          <p14:sldIdLst>
            <p14:sldId id="2090651947"/>
          </p14:sldIdLst>
        </p14:section>
        <p14:section name="Monitoring (Optional)" id="{E2D0798A-1D58-4478-8608-5165300AD47C}">
          <p14:sldIdLst>
            <p14:sldId id="2090651948"/>
          </p14:sldIdLst>
        </p14:section>
        <p14:section name="End" id="{2E7ED6D3-CE80-448B-A1C1-19D13B63864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C7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3705" autoAdjust="0"/>
  </p:normalViewPr>
  <p:slideViewPr>
    <p:cSldViewPr snapToGrid="0">
      <p:cViewPr varScale="1">
        <p:scale>
          <a:sx n="69" d="100"/>
          <a:sy n="69" d="100"/>
        </p:scale>
        <p:origin x="4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Master" Target="slideMasters/slideMaster9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slide" Target="slides/slide7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5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Master" Target="slideMasters/slideMaster10.xml"/><Relationship Id="rId22" Type="http://schemas.openxmlformats.org/officeDocument/2006/relationships/slide" Target="slides/slide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bson Chen - GIQH" userId="da1337dc-049f-4448-a50a-a939380fe338" providerId="ADAL" clId="{F3E4964A-C1D4-44BF-BD5F-BED5E3FDA289}"/>
    <pc:docChg chg="undo custSel addSld modSld sldOrd">
      <pc:chgData name="Gibson Chen - GIQH" userId="da1337dc-049f-4448-a50a-a939380fe338" providerId="ADAL" clId="{F3E4964A-C1D4-44BF-BD5F-BED5E3FDA289}" dt="2026-07-06T01:54:53.005" v="1438"/>
      <pc:docMkLst>
        <pc:docMk/>
      </pc:docMkLst>
      <pc:sldChg chg="addSp delSp modSp mod">
        <pc:chgData name="Gibson Chen - GIQH" userId="da1337dc-049f-4448-a50a-a939380fe338" providerId="ADAL" clId="{F3E4964A-C1D4-44BF-BD5F-BED5E3FDA289}" dt="2026-07-03T00:58:37.055" v="97" actId="20577"/>
        <pc:sldMkLst>
          <pc:docMk/>
          <pc:sldMk cId="530964262" sldId="2090651210"/>
        </pc:sldMkLst>
        <pc:spChg chg="add del mod">
          <ac:chgData name="Gibson Chen - GIQH" userId="da1337dc-049f-4448-a50a-a939380fe338" providerId="ADAL" clId="{F3E4964A-C1D4-44BF-BD5F-BED5E3FDA289}" dt="2026-07-03T00:57:19.590" v="50" actId="20577"/>
          <ac:spMkLst>
            <pc:docMk/>
            <pc:sldMk cId="530964262" sldId="2090651210"/>
            <ac:spMk id="2" creationId="{A7D1FAF7-1D5F-4037-95F9-B345E20BD0A2}"/>
          </ac:spMkLst>
        </pc:spChg>
        <pc:spChg chg="mod">
          <ac:chgData name="Gibson Chen - GIQH" userId="da1337dc-049f-4448-a50a-a939380fe338" providerId="ADAL" clId="{F3E4964A-C1D4-44BF-BD5F-BED5E3FDA289}" dt="2026-07-03T00:58:37.055" v="97" actId="20577"/>
          <ac:spMkLst>
            <pc:docMk/>
            <pc:sldMk cId="530964262" sldId="2090651210"/>
            <ac:spMk id="3" creationId="{F5A6FD4A-45D5-4F56-95AA-5E52DCEDCE80}"/>
          </ac:spMkLst>
        </pc:spChg>
        <pc:spChg chg="add mod">
          <ac:chgData name="Gibson Chen - GIQH" userId="da1337dc-049f-4448-a50a-a939380fe338" providerId="ADAL" clId="{F3E4964A-C1D4-44BF-BD5F-BED5E3FDA289}" dt="2026-07-03T00:54:31.039" v="0"/>
          <ac:spMkLst>
            <pc:docMk/>
            <pc:sldMk cId="530964262" sldId="2090651210"/>
            <ac:spMk id="5" creationId="{7593221B-2276-6A60-D2FA-B7F5B811F935}"/>
          </ac:spMkLst>
        </pc:spChg>
      </pc:sldChg>
      <pc:sldChg chg="addSp delSp modSp add mod ord">
        <pc:chgData name="Gibson Chen - GIQH" userId="da1337dc-049f-4448-a50a-a939380fe338" providerId="ADAL" clId="{F3E4964A-C1D4-44BF-BD5F-BED5E3FDA289}" dt="2026-07-03T08:41:54.689" v="1433" actId="14100"/>
        <pc:sldMkLst>
          <pc:docMk/>
          <pc:sldMk cId="1325550621" sldId="2090651939"/>
        </pc:sldMkLst>
        <pc:spChg chg="add mod">
          <ac:chgData name="Gibson Chen - GIQH" userId="da1337dc-049f-4448-a50a-a939380fe338" providerId="ADAL" clId="{F3E4964A-C1D4-44BF-BD5F-BED5E3FDA289}" dt="2026-07-03T06:30:32.680" v="1183" actId="5793"/>
          <ac:spMkLst>
            <pc:docMk/>
            <pc:sldMk cId="1325550621" sldId="2090651939"/>
            <ac:spMk id="4" creationId="{5EE1A415-3F6D-B7F3-1F6B-4A7757EB62E4}"/>
          </ac:spMkLst>
        </pc:spChg>
        <pc:spChg chg="add del">
          <ac:chgData name="Gibson Chen - GIQH" userId="da1337dc-049f-4448-a50a-a939380fe338" providerId="ADAL" clId="{F3E4964A-C1D4-44BF-BD5F-BED5E3FDA289}" dt="2026-07-03T07:34:18.013" v="1224" actId="478"/>
          <ac:spMkLst>
            <pc:docMk/>
            <pc:sldMk cId="1325550621" sldId="2090651939"/>
            <ac:spMk id="5" creationId="{B2744001-8DC6-494A-BD25-65C8C633C213}"/>
          </ac:spMkLst>
        </pc:spChg>
        <pc:spChg chg="add del">
          <ac:chgData name="Gibson Chen - GIQH" userId="da1337dc-049f-4448-a50a-a939380fe338" providerId="ADAL" clId="{F3E4964A-C1D4-44BF-BD5F-BED5E3FDA289}" dt="2026-07-03T07:34:18.013" v="1224" actId="478"/>
          <ac:spMkLst>
            <pc:docMk/>
            <pc:sldMk cId="1325550621" sldId="2090651939"/>
            <ac:spMk id="6" creationId="{72C22103-2A40-4FF8-9D56-A363F3F2E27E}"/>
          </ac:spMkLst>
        </pc:spChg>
        <pc:spChg chg="add del">
          <ac:chgData name="Gibson Chen - GIQH" userId="da1337dc-049f-4448-a50a-a939380fe338" providerId="ADAL" clId="{F3E4964A-C1D4-44BF-BD5F-BED5E3FDA289}" dt="2026-07-03T07:34:18.013" v="1224" actId="478"/>
          <ac:spMkLst>
            <pc:docMk/>
            <pc:sldMk cId="1325550621" sldId="2090651939"/>
            <ac:spMk id="7" creationId="{E22F0DF5-969C-4F84-BE93-A03C94CBF1E8}"/>
          </ac:spMkLst>
        </pc:spChg>
        <pc:spChg chg="add del">
          <ac:chgData name="Gibson Chen - GIQH" userId="da1337dc-049f-4448-a50a-a939380fe338" providerId="ADAL" clId="{F3E4964A-C1D4-44BF-BD5F-BED5E3FDA289}" dt="2026-07-03T07:34:17.803" v="1223" actId="478"/>
          <ac:spMkLst>
            <pc:docMk/>
            <pc:sldMk cId="1325550621" sldId="2090651939"/>
            <ac:spMk id="8" creationId="{3F21CD45-A7FD-4489-95AF-31BC67C1E805}"/>
          </ac:spMkLst>
        </pc:spChg>
        <pc:spChg chg="add mod">
          <ac:chgData name="Gibson Chen - GIQH" userId="da1337dc-049f-4448-a50a-a939380fe338" providerId="ADAL" clId="{F3E4964A-C1D4-44BF-BD5F-BED5E3FDA289}" dt="2026-07-03T08:40:08.198" v="1377" actId="20577"/>
          <ac:spMkLst>
            <pc:docMk/>
            <pc:sldMk cId="1325550621" sldId="2090651939"/>
            <ac:spMk id="9" creationId="{89F3434E-293F-3712-1BFA-F40F2DCB027E}"/>
          </ac:spMkLst>
        </pc:spChg>
        <pc:spChg chg="add mod">
          <ac:chgData name="Gibson Chen - GIQH" userId="da1337dc-049f-4448-a50a-a939380fe338" providerId="ADAL" clId="{F3E4964A-C1D4-44BF-BD5F-BED5E3FDA289}" dt="2026-07-03T08:40:16.414" v="1384" actId="20577"/>
          <ac:spMkLst>
            <pc:docMk/>
            <pc:sldMk cId="1325550621" sldId="2090651939"/>
            <ac:spMk id="10" creationId="{A5DBC371-6BF4-35F6-6853-8F094C3A1112}"/>
          </ac:spMkLst>
        </pc:spChg>
        <pc:spChg chg="add mod">
          <ac:chgData name="Gibson Chen - GIQH" userId="da1337dc-049f-4448-a50a-a939380fe338" providerId="ADAL" clId="{F3E4964A-C1D4-44BF-BD5F-BED5E3FDA289}" dt="2026-07-03T08:41:26.493" v="1426" actId="20577"/>
          <ac:spMkLst>
            <pc:docMk/>
            <pc:sldMk cId="1325550621" sldId="2090651939"/>
            <ac:spMk id="11" creationId="{A30EB0B2-62C4-AB17-EE61-45486DA02940}"/>
          </ac:spMkLst>
        </pc:spChg>
        <pc:spChg chg="add mod">
          <ac:chgData name="Gibson Chen - GIQH" userId="da1337dc-049f-4448-a50a-a939380fe338" providerId="ADAL" clId="{F3E4964A-C1D4-44BF-BD5F-BED5E3FDA289}" dt="2026-07-03T08:41:54.689" v="1433" actId="14100"/>
          <ac:spMkLst>
            <pc:docMk/>
            <pc:sldMk cId="1325550621" sldId="2090651939"/>
            <ac:spMk id="12" creationId="{A8A2DAA8-4D69-B515-DA5F-06BE7419F7BC}"/>
          </ac:spMkLst>
        </pc:spChg>
        <pc:spChg chg="add mod">
          <ac:chgData name="Gibson Chen - GIQH" userId="da1337dc-049f-4448-a50a-a939380fe338" providerId="ADAL" clId="{F3E4964A-C1D4-44BF-BD5F-BED5E3FDA289}" dt="2026-07-03T08:39:25.410" v="1346"/>
          <ac:spMkLst>
            <pc:docMk/>
            <pc:sldMk cId="1325550621" sldId="2090651939"/>
            <ac:spMk id="13" creationId="{7155B94A-CAE4-BBA5-B2A6-BA59D5B2D8D1}"/>
          </ac:spMkLst>
        </pc:spChg>
        <pc:spChg chg="add mod">
          <ac:chgData name="Gibson Chen - GIQH" userId="da1337dc-049f-4448-a50a-a939380fe338" providerId="ADAL" clId="{F3E4964A-C1D4-44BF-BD5F-BED5E3FDA289}" dt="2026-07-03T08:40:35.855" v="1400" actId="20577"/>
          <ac:spMkLst>
            <pc:docMk/>
            <pc:sldMk cId="1325550621" sldId="2090651939"/>
            <ac:spMk id="14" creationId="{DA2AFF13-22F7-C0DD-ADBD-FB6B64C7B2AC}"/>
          </ac:spMkLst>
        </pc:spChg>
        <pc:spChg chg="add mod">
          <ac:chgData name="Gibson Chen - GIQH" userId="da1337dc-049f-4448-a50a-a939380fe338" providerId="ADAL" clId="{F3E4964A-C1D4-44BF-BD5F-BED5E3FDA289}" dt="2026-07-03T08:41:12.181" v="1420" actId="20577"/>
          <ac:spMkLst>
            <pc:docMk/>
            <pc:sldMk cId="1325550621" sldId="2090651939"/>
            <ac:spMk id="15" creationId="{E986AC69-1F6F-C421-F0B1-86F5D46D64CE}"/>
          </ac:spMkLst>
        </pc:spChg>
        <pc:spChg chg="add del mod">
          <ac:chgData name="Gibson Chen - GIQH" userId="da1337dc-049f-4448-a50a-a939380fe338" providerId="ADAL" clId="{F3E4964A-C1D4-44BF-BD5F-BED5E3FDA289}" dt="2026-07-03T07:34:24.117" v="1228" actId="1076"/>
          <ac:spMkLst>
            <pc:docMk/>
            <pc:sldMk cId="1325550621" sldId="2090651939"/>
            <ac:spMk id="17" creationId="{3134D842-BB7D-2B3E-D846-990E036354F1}"/>
          </ac:spMkLst>
        </pc:spChg>
      </pc:sldChg>
      <pc:sldChg chg="addSp delSp modSp mod">
        <pc:chgData name="Gibson Chen - GIQH" userId="da1337dc-049f-4448-a50a-a939380fe338" providerId="ADAL" clId="{F3E4964A-C1D4-44BF-BD5F-BED5E3FDA289}" dt="2026-07-03T07:31:59.386" v="1209" actId="207"/>
        <pc:sldMkLst>
          <pc:docMk/>
          <pc:sldMk cId="802708045" sldId="2090651942"/>
        </pc:sldMkLst>
        <pc:spChg chg="mod">
          <ac:chgData name="Gibson Chen - GIQH" userId="da1337dc-049f-4448-a50a-a939380fe338" providerId="ADAL" clId="{F3E4964A-C1D4-44BF-BD5F-BED5E3FDA289}" dt="2026-07-03T06:30:52.244" v="1188" actId="255"/>
          <ac:spMkLst>
            <pc:docMk/>
            <pc:sldMk cId="802708045" sldId="2090651942"/>
            <ac:spMk id="4" creationId="{CDF096B1-5578-4D1A-AB20-8C16046AFEE8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7" creationId="{4C157539-CBE7-0765-8390-4967E69FDBAD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8" creationId="{CB64965E-14E8-A78A-3229-0F891BB57EC0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9" creationId="{D13B25DB-6350-DD74-CE64-1DAEF27F4F62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10" creationId="{18A7B8E8-812F-AF79-AB02-B6312DBC238E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11" creationId="{88CEA5ED-FFA2-0857-7F3B-6FCC171CB70B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12" creationId="{2A96CD5D-9FE7-6789-2924-236729E60B8E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19.842" v="1214" actId="207"/>
        <pc:sldMkLst>
          <pc:docMk/>
          <pc:sldMk cId="3865568926" sldId="2090651943"/>
        </pc:sldMkLst>
        <pc:spChg chg="mod">
          <ac:chgData name="Gibson Chen - GIQH" userId="da1337dc-049f-4448-a50a-a939380fe338" providerId="ADAL" clId="{F3E4964A-C1D4-44BF-BD5F-BED5E3FDA289}" dt="2026-07-03T03:00:11.386" v="458" actId="20577"/>
          <ac:spMkLst>
            <pc:docMk/>
            <pc:sldMk cId="3865568926" sldId="2090651943"/>
            <ac:spMk id="4" creationId="{AAAF20BE-676F-4A16-8E30-E03EDBEEFC02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5" creationId="{EF4CD0CC-7B31-4D18-80EA-E2AE44E85F13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6" creationId="{EC928628-A600-6552-B758-FCE4BD0A7B99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7" creationId="{25B78A58-BF6C-D000-5F41-0B181F94DB53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8" creationId="{B833DF63-C4EA-EC15-1D94-D4311BCE854E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9" creationId="{0B601411-EE19-2046-B9FE-296EDB100A8A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10" creationId="{E4BD62E9-2A02-2E6B-D857-999870E5939C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12.586" v="1212" actId="207"/>
        <pc:sldMkLst>
          <pc:docMk/>
          <pc:sldMk cId="2529249303" sldId="2090651944"/>
        </pc:sldMkLst>
        <pc:spChg chg="mod">
          <ac:chgData name="Gibson Chen - GIQH" userId="da1337dc-049f-4448-a50a-a939380fe338" providerId="ADAL" clId="{F3E4964A-C1D4-44BF-BD5F-BED5E3FDA289}" dt="2026-07-03T07:32:08.626" v="1211" actId="1076"/>
          <ac:spMkLst>
            <pc:docMk/>
            <pc:sldMk cId="2529249303" sldId="2090651944"/>
            <ac:spMk id="4" creationId="{380FBEB0-699A-4AD0-B5B4-3705B9357B76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5" creationId="{D2C78482-B8D5-EAF8-63B3-2D9D26585768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6" creationId="{0BC1450A-BF27-A6EB-F1B9-6599A8E342A3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7" creationId="{03509803-0FB5-9B7E-38D3-382C3E91971E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8" creationId="{90B45BAF-7E51-02B6-710C-92AD82641E62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9" creationId="{ACB37D2D-326E-EE9A-BDBD-DC80CB085F2D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10" creationId="{1381F0F7-38FA-B508-AE99-41CC133C60F6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16.570" v="1213" actId="207"/>
        <pc:sldMkLst>
          <pc:docMk/>
          <pc:sldMk cId="3846192831" sldId="2090651945"/>
        </pc:sldMkLst>
        <pc:spChg chg="mod">
          <ac:chgData name="Gibson Chen - GIQH" userId="da1337dc-049f-4448-a50a-a939380fe338" providerId="ADAL" clId="{F3E4964A-C1D4-44BF-BD5F-BED5E3FDA289}" dt="2026-07-03T02:59:53.100" v="428" actId="20577"/>
          <ac:spMkLst>
            <pc:docMk/>
            <pc:sldMk cId="3846192831" sldId="2090651945"/>
            <ac:spMk id="4" creationId="{6B1A0F41-4E09-4C9E-86CB-9AB9BAD7FA2E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5" creationId="{B9E7E12B-49D8-CA81-E183-DCAC23F58162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6" creationId="{C337ADF1-05C0-B0FB-D97B-33CD56091519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7" creationId="{BEA1251A-2578-77E9-B8D2-731F2FACE8AE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8" creationId="{158AA612-25BB-3D1D-8A43-B96718FE3039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9" creationId="{5D046395-EF73-2339-4A84-4C78644E3130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10" creationId="{ED625688-0AC5-4D3D-5039-636B2B6DEBB5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23.931" v="1215" actId="207"/>
        <pc:sldMkLst>
          <pc:docMk/>
          <pc:sldMk cId="1346505111" sldId="2090651946"/>
        </pc:sldMkLst>
        <pc:spChg chg="mod">
          <ac:chgData name="Gibson Chen - GIQH" userId="da1337dc-049f-4448-a50a-a939380fe338" providerId="ADAL" clId="{F3E4964A-C1D4-44BF-BD5F-BED5E3FDA289}" dt="2026-07-03T03:00:21.314" v="473" actId="20577"/>
          <ac:spMkLst>
            <pc:docMk/>
            <pc:sldMk cId="1346505111" sldId="2090651946"/>
            <ac:spMk id="4" creationId="{92A08D61-4842-41B1-A5EB-6D6F1ACD6970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5" creationId="{54F444CF-3D10-DB88-3436-72A6D08D4BCF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6" creationId="{8AB47E44-7A9B-0F4A-59F7-F54CB9BA5D52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7" creationId="{9AA4E1A4-076C-1497-B904-96EE871AF91F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8" creationId="{991CA91A-992B-8E06-04BE-D428AB8D8012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9" creationId="{8509E73B-FBB1-D9FB-EE64-E1ABABA4C33C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10" creationId="{435B2B9F-E416-2B64-B730-80927711EE2B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30.792" v="1216" actId="207"/>
        <pc:sldMkLst>
          <pc:docMk/>
          <pc:sldMk cId="909670525" sldId="2090651947"/>
        </pc:sldMkLst>
        <pc:spChg chg="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2" creationId="{A660CE70-81A7-41FE-B083-5BABE4CA2A26}"/>
          </ac:spMkLst>
        </pc:spChg>
        <pc:spChg chg="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3" creationId="{F33406B9-C167-49DB-BBDF-B37A31253951}"/>
          </ac:spMkLst>
        </pc:spChg>
        <pc:spChg chg="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4" creationId="{7993C025-0880-45A0-BC79-0EEF19DA375F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5" creationId="{B1DDCA0D-4E26-A78C-969E-8B017C35388C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6" creationId="{7E21B5D0-26BB-3E0A-279A-3FD83D8ACC8E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7" creationId="{7D8335FA-85AE-1877-4261-54D1A0066664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8" creationId="{0B3D018C-3974-578B-512C-4EA1A6C18BA3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9" creationId="{F625EEB8-3135-EA55-7DB7-8A31EBF9461F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10" creationId="{3371E0D9-31EB-6E57-36A2-6CCEA67885ED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34.437" v="1217" actId="207"/>
        <pc:sldMkLst>
          <pc:docMk/>
          <pc:sldMk cId="1182927689" sldId="2090651948"/>
        </pc:sldMkLst>
        <pc:spChg chg="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2" creationId="{E71051C8-61FD-47DF-BEAD-786E0EDAFA43}"/>
          </ac:spMkLst>
        </pc:spChg>
        <pc:spChg chg="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3" creationId="{969ADDB8-2FE0-47B0-BF64-1EEA276818C5}"/>
          </ac:spMkLst>
        </pc:spChg>
        <pc:spChg chg="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4" creationId="{165CF822-039C-4BAB-AF52-2B3767F5EE87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5" creationId="{CBFBEBF4-60AD-5784-C1D7-67BF8212EF21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6" creationId="{E4172B99-70E2-4709-927A-58785C327F65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7" creationId="{312A1F14-069E-9119-BA56-31B823DA7779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8" creationId="{6B6667E5-CDCC-3C7E-0F4C-A484ADD1AFA6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9" creationId="{7AE9BBE5-002B-D40D-8249-6A5CEA36CBF3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10" creationId="{D747C277-4A82-FCEA-C592-3E85D9B80810}"/>
          </ac:spMkLst>
        </pc:spChg>
      </pc:sldChg>
      <pc:sldChg chg="addSp delSp modSp mod">
        <pc:chgData name="Gibson Chen - GIQH" userId="da1337dc-049f-4448-a50a-a939380fe338" providerId="ADAL" clId="{F3E4964A-C1D4-44BF-BD5F-BED5E3FDA289}" dt="2026-07-06T01:54:53.005" v="1438"/>
        <pc:sldMkLst>
          <pc:docMk/>
          <pc:sldMk cId="705000617" sldId="2090651971"/>
        </pc:sldMkLst>
        <pc:spChg chg="mod">
          <ac:chgData name="Gibson Chen - GIQH" userId="da1337dc-049f-4448-a50a-a939380fe338" providerId="ADAL" clId="{F3E4964A-C1D4-44BF-BD5F-BED5E3FDA289}" dt="2026-07-03T00:58:23.058" v="81" actId="20577"/>
          <ac:spMkLst>
            <pc:docMk/>
            <pc:sldMk cId="705000617" sldId="2090651971"/>
            <ac:spMk id="2" creationId="{B240AEBE-78FA-4845-9A4E-14199DA2264F}"/>
          </ac:spMkLst>
        </pc:spChg>
        <pc:spChg chg="mod">
          <ac:chgData name="Gibson Chen - GIQH" userId="da1337dc-049f-4448-a50a-a939380fe338" providerId="ADAL" clId="{F3E4964A-C1D4-44BF-BD5F-BED5E3FDA289}" dt="2026-07-03T00:58:32.903" v="96" actId="20577"/>
          <ac:spMkLst>
            <pc:docMk/>
            <pc:sldMk cId="705000617" sldId="2090651971"/>
            <ac:spMk id="3" creationId="{110844B1-1E32-40A9-B56D-5B6F294A11DC}"/>
          </ac:spMkLst>
        </pc:spChg>
        <pc:spChg chg="mod">
          <ac:chgData name="Gibson Chen - GIQH" userId="da1337dc-049f-4448-a50a-a939380fe338" providerId="ADAL" clId="{F3E4964A-C1D4-44BF-BD5F-BED5E3FDA289}" dt="2026-07-03T00:58:53.025" v="114" actId="20577"/>
          <ac:spMkLst>
            <pc:docMk/>
            <pc:sldMk cId="705000617" sldId="2090651971"/>
            <ac:spMk id="4" creationId="{B1D9C05B-4801-42C3-9551-B4E7E993F7B4}"/>
          </ac:spMkLst>
        </pc:spChg>
        <pc:spChg chg="mod">
          <ac:chgData name="Gibson Chen - GIQH" userId="da1337dc-049f-4448-a50a-a939380fe338" providerId="ADAL" clId="{F3E4964A-C1D4-44BF-BD5F-BED5E3FDA289}" dt="2026-07-03T02:55:05.491" v="312" actId="20577"/>
          <ac:spMkLst>
            <pc:docMk/>
            <pc:sldMk cId="705000617" sldId="2090651971"/>
            <ac:spMk id="5" creationId="{AB054170-6B44-40B4-A313-879E1415A99B}"/>
          </ac:spMkLst>
        </pc:spChg>
        <pc:spChg chg="mod">
          <ac:chgData name="Gibson Chen - GIQH" userId="da1337dc-049f-4448-a50a-a939380fe338" providerId="ADAL" clId="{F3E4964A-C1D4-44BF-BD5F-BED5E3FDA289}" dt="2026-07-03T02:55:21.508" v="324" actId="20577"/>
          <ac:spMkLst>
            <pc:docMk/>
            <pc:sldMk cId="705000617" sldId="2090651971"/>
            <ac:spMk id="8" creationId="{3718C012-39AC-4EDC-805F-26366BA71626}"/>
          </ac:spMkLst>
        </pc:spChg>
        <pc:spChg chg="mod">
          <ac:chgData name="Gibson Chen - GIQH" userId="da1337dc-049f-4448-a50a-a939380fe338" providerId="ADAL" clId="{F3E4964A-C1D4-44BF-BD5F-BED5E3FDA289}" dt="2026-07-03T00:59:23.220" v="140" actId="20577"/>
          <ac:spMkLst>
            <pc:docMk/>
            <pc:sldMk cId="705000617" sldId="2090651971"/>
            <ac:spMk id="9" creationId="{0942005B-38CD-4F13-BD76-C1F109E7C4B2}"/>
          </ac:spMkLst>
        </pc:spChg>
        <pc:spChg chg="mod">
          <ac:chgData name="Gibson Chen - GIQH" userId="da1337dc-049f-4448-a50a-a939380fe338" providerId="ADAL" clId="{F3E4964A-C1D4-44BF-BD5F-BED5E3FDA289}" dt="2026-07-03T00:59:41.714" v="169" actId="20577"/>
          <ac:spMkLst>
            <pc:docMk/>
            <pc:sldMk cId="705000617" sldId="2090651971"/>
            <ac:spMk id="11" creationId="{B9EDBDEF-5933-4D49-BD25-7544575DF44D}"/>
          </ac:spMkLst>
        </pc:spChg>
        <pc:spChg chg="add del mod">
          <ac:chgData name="Gibson Chen - GIQH" userId="da1337dc-049f-4448-a50a-a939380fe338" providerId="ADAL" clId="{F3E4964A-C1D4-44BF-BD5F-BED5E3FDA289}" dt="2026-07-03T06:30:19.171" v="1181" actId="255"/>
          <ac:spMkLst>
            <pc:docMk/>
            <pc:sldMk cId="705000617" sldId="2090651971"/>
            <ac:spMk id="12" creationId="{6946C7B9-6C86-466E-B8E9-28393C871A21}"/>
          </ac:spMkLst>
        </pc:spChg>
        <pc:spChg chg="mod">
          <ac:chgData name="Gibson Chen - GIQH" userId="da1337dc-049f-4448-a50a-a939380fe338" providerId="ADAL" clId="{F3E4964A-C1D4-44BF-BD5F-BED5E3FDA289}" dt="2026-07-03T06:30:19.171" v="1181" actId="255"/>
          <ac:spMkLst>
            <pc:docMk/>
            <pc:sldMk cId="705000617" sldId="2090651971"/>
            <ac:spMk id="13" creationId="{5BD77BCC-E139-4E1C-B73B-2C0889B872F6}"/>
          </ac:spMkLst>
        </pc:spChg>
        <pc:spChg chg="mod">
          <ac:chgData name="Gibson Chen - GIQH" userId="da1337dc-049f-4448-a50a-a939380fe338" providerId="ADAL" clId="{F3E4964A-C1D4-44BF-BD5F-BED5E3FDA289}" dt="2026-07-03T06:30:19.171" v="1181" actId="255"/>
          <ac:spMkLst>
            <pc:docMk/>
            <pc:sldMk cId="705000617" sldId="2090651971"/>
            <ac:spMk id="14" creationId="{C43A99D0-5834-495E-B07F-574130EFFD94}"/>
          </ac:spMkLst>
        </pc:spChg>
        <pc:spChg chg="mod">
          <ac:chgData name="Gibson Chen - GIQH" userId="da1337dc-049f-4448-a50a-a939380fe338" providerId="ADAL" clId="{F3E4964A-C1D4-44BF-BD5F-BED5E3FDA289}" dt="2026-07-03T06:30:19.171" v="1181" actId="255"/>
          <ac:spMkLst>
            <pc:docMk/>
            <pc:sldMk cId="705000617" sldId="2090651971"/>
            <ac:spMk id="15" creationId="{FDCAC041-2967-41B8-BF91-F9D2187D918E}"/>
          </ac:spMkLst>
        </pc:spChg>
        <pc:spChg chg="mod">
          <ac:chgData name="Gibson Chen - GIQH" userId="da1337dc-049f-4448-a50a-a939380fe338" providerId="ADAL" clId="{F3E4964A-C1D4-44BF-BD5F-BED5E3FDA289}" dt="2026-07-03T06:30:19.171" v="1181" actId="255"/>
          <ac:spMkLst>
            <pc:docMk/>
            <pc:sldMk cId="705000617" sldId="2090651971"/>
            <ac:spMk id="16" creationId="{6D39824D-EC1D-40AB-A8F6-473454247EDA}"/>
          </ac:spMkLst>
        </pc:spChg>
        <pc:spChg chg="mod">
          <ac:chgData name="Gibson Chen - GIQH" userId="da1337dc-049f-4448-a50a-a939380fe338" providerId="ADAL" clId="{F3E4964A-C1D4-44BF-BD5F-BED5E3FDA289}" dt="2026-07-03T06:30:19.171" v="1181" actId="255"/>
          <ac:spMkLst>
            <pc:docMk/>
            <pc:sldMk cId="705000617" sldId="2090651971"/>
            <ac:spMk id="17" creationId="{C212A15A-11E0-4D35-A3C6-AE0024C0593D}"/>
          </ac:spMkLst>
        </pc:spChg>
        <pc:spChg chg="mod">
          <ac:chgData name="Gibson Chen - GIQH" userId="da1337dc-049f-4448-a50a-a939380fe338" providerId="ADAL" clId="{F3E4964A-C1D4-44BF-BD5F-BED5E3FDA289}" dt="2026-07-03T06:30:19.171" v="1181" actId="255"/>
          <ac:spMkLst>
            <pc:docMk/>
            <pc:sldMk cId="705000617" sldId="2090651971"/>
            <ac:spMk id="18" creationId="{48F47019-13A5-415F-9197-63E49EE87A99}"/>
          </ac:spMkLst>
        </pc:spChg>
        <pc:graphicFrameChg chg="add mod modGraphic">
          <ac:chgData name="Gibson Chen - GIQH" userId="da1337dc-049f-4448-a50a-a939380fe338" providerId="ADAL" clId="{F3E4964A-C1D4-44BF-BD5F-BED5E3FDA289}" dt="2026-07-06T01:54:53.005" v="1438"/>
          <ac:graphicFrameMkLst>
            <pc:docMk/>
            <pc:sldMk cId="705000617" sldId="2090651971"/>
            <ac:graphicFrameMk id="24" creationId="{D1FBD22B-57A6-952A-4653-DDD825EE78A0}"/>
          </ac:graphicFrameMkLst>
        </pc:graphicFrameChg>
      </pc:sldChg>
      <pc:sldChg chg="addSp delSp modSp mod">
        <pc:chgData name="Gibson Chen - GIQH" userId="da1337dc-049f-4448-a50a-a939380fe338" providerId="ADAL" clId="{F3E4964A-C1D4-44BF-BD5F-BED5E3FDA289}" dt="2026-07-03T08:36:13.369" v="1345" actId="20577"/>
        <pc:sldMkLst>
          <pc:docMk/>
          <pc:sldMk cId="3710274538" sldId="2090652012"/>
        </pc:sldMkLst>
        <pc:spChg chg="mod">
          <ac:chgData name="Gibson Chen - GIQH" userId="da1337dc-049f-4448-a50a-a939380fe338" providerId="ADAL" clId="{F3E4964A-C1D4-44BF-BD5F-BED5E3FDA289}" dt="2026-07-03T06:30:43.086" v="1186" actId="5793"/>
          <ac:spMkLst>
            <pc:docMk/>
            <pc:sldMk cId="3710274538" sldId="2090652012"/>
            <ac:spMk id="4" creationId="{AF0D4477-D312-5410-CC01-18BBD10CF9BF}"/>
          </ac:spMkLst>
        </pc:spChg>
        <pc:spChg chg="add mod">
          <ac:chgData name="Gibson Chen - GIQH" userId="da1337dc-049f-4448-a50a-a939380fe338" providerId="ADAL" clId="{F3E4964A-C1D4-44BF-BD5F-BED5E3FDA289}" dt="2026-07-03T08:34:49.806" v="1288" actId="20577"/>
          <ac:spMkLst>
            <pc:docMk/>
            <pc:sldMk cId="3710274538" sldId="2090652012"/>
            <ac:spMk id="5" creationId="{3CDB8BD9-E58B-0218-CE77-5254B73A78CE}"/>
          </ac:spMkLst>
        </pc:spChg>
        <pc:spChg chg="add mod">
          <ac:chgData name="Gibson Chen - GIQH" userId="da1337dc-049f-4448-a50a-a939380fe338" providerId="ADAL" clId="{F3E4964A-C1D4-44BF-BD5F-BED5E3FDA289}" dt="2026-07-03T08:35:56.524" v="1335" actId="20577"/>
          <ac:spMkLst>
            <pc:docMk/>
            <pc:sldMk cId="3710274538" sldId="2090652012"/>
            <ac:spMk id="6" creationId="{3AE4E485-0BC2-67E6-AE67-AA3634FF1F8A}"/>
          </ac:spMkLst>
        </pc:spChg>
        <pc:spChg chg="add mod">
          <ac:chgData name="Gibson Chen - GIQH" userId="da1337dc-049f-4448-a50a-a939380fe338" providerId="ADAL" clId="{F3E4964A-C1D4-44BF-BD5F-BED5E3FDA289}" dt="2026-07-03T08:35:01.383" v="1290" actId="20577"/>
          <ac:spMkLst>
            <pc:docMk/>
            <pc:sldMk cId="3710274538" sldId="2090652012"/>
            <ac:spMk id="7" creationId="{4A8C313D-37AC-16E9-29DF-DE8FEA802DAA}"/>
          </ac:spMkLst>
        </pc:spChg>
        <pc:spChg chg="add mod">
          <ac:chgData name="Gibson Chen - GIQH" userId="da1337dc-049f-4448-a50a-a939380fe338" providerId="ADAL" clId="{F3E4964A-C1D4-44BF-BD5F-BED5E3FDA289}" dt="2026-07-03T08:35:17.900" v="1299" actId="20577"/>
          <ac:spMkLst>
            <pc:docMk/>
            <pc:sldMk cId="3710274538" sldId="2090652012"/>
            <ac:spMk id="8" creationId="{E316D9C4-9690-2A44-0C73-F0B98697F546}"/>
          </ac:spMkLst>
        </pc:spChg>
        <pc:spChg chg="add mod">
          <ac:chgData name="Gibson Chen - GIQH" userId="da1337dc-049f-4448-a50a-a939380fe338" providerId="ADAL" clId="{F3E4964A-C1D4-44BF-BD5F-BED5E3FDA289}" dt="2026-07-03T08:34:21.716" v="1283" actId="207"/>
          <ac:spMkLst>
            <pc:docMk/>
            <pc:sldMk cId="3710274538" sldId="2090652012"/>
            <ac:spMk id="9" creationId="{AB59CCB8-9262-E26D-A6EB-C2755D3B1E2D}"/>
          </ac:spMkLst>
        </pc:spChg>
        <pc:spChg chg="add mod">
          <ac:chgData name="Gibson Chen - GIQH" userId="da1337dc-049f-4448-a50a-a939380fe338" providerId="ADAL" clId="{F3E4964A-C1D4-44BF-BD5F-BED5E3FDA289}" dt="2026-07-03T08:36:11.089" v="1343" actId="20577"/>
          <ac:spMkLst>
            <pc:docMk/>
            <pc:sldMk cId="3710274538" sldId="2090652012"/>
            <ac:spMk id="10" creationId="{59CE7DD5-77CB-1F6C-B97E-259DA8D250A6}"/>
          </ac:spMkLst>
        </pc:spChg>
        <pc:spChg chg="add mod">
          <ac:chgData name="Gibson Chen - GIQH" userId="da1337dc-049f-4448-a50a-a939380fe338" providerId="ADAL" clId="{F3E4964A-C1D4-44BF-BD5F-BED5E3FDA289}" dt="2026-07-03T08:36:13.369" v="1345" actId="20577"/>
          <ac:spMkLst>
            <pc:docMk/>
            <pc:sldMk cId="3710274538" sldId="2090652012"/>
            <ac:spMk id="11" creationId="{C6BD5240-FE97-C30A-58FD-0CCA72739E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27A1CF-2786-4723-A699-19DD689892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FB8E4-394D-4C63-A741-7EDEBD2F6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94ED8-36BC-4272-9FF2-F75B116976B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351D7-478F-4818-A75C-670D901E14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F51E2-028B-496D-82BE-B5F40F8547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839DB-4E02-42FD-B87A-B234F656B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31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42C7F-6D37-42B0-83BB-015BB5EDCE7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88E84-F01D-468C-9EDD-F6F171157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0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88E84-F01D-468C-9EDD-F6F1711574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66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image" Target="../media/image1.emf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oleObject" Target="../embeddings/oleObject3.bin"/><Relationship Id="rId2" Type="http://schemas.openxmlformats.org/officeDocument/2006/relationships/tags" Target="../tags/tag5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10" Type="http://schemas.openxmlformats.org/officeDocument/2006/relationships/tags" Target="../tags/tag13.xml"/><Relationship Id="rId19" Type="http://schemas.openxmlformats.org/officeDocument/2006/relationships/image" Target="../media/image3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3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3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3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3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3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L Cover slide 20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48000" y="4892024"/>
            <a:ext cx="10560000" cy="7315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lnSpc>
                <a:spcPts val="2000"/>
              </a:lnSpc>
              <a:spcBef>
                <a:spcPts val="0"/>
              </a:spcBef>
              <a:buNone/>
              <a:defRPr sz="2133" baseline="3000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noProof="0"/>
              <a:t>Owner name : BO&amp;DO / TS / PE</a:t>
            </a:r>
            <a:r>
              <a:rPr lang="zh-TW" altLang="en-US" noProof="0"/>
              <a:t> </a:t>
            </a:r>
            <a:r>
              <a:rPr lang="en-US" altLang="zh-TW" noProof="0"/>
              <a:t>/ D&amp;E</a:t>
            </a:r>
            <a:endParaRPr lang="en-US" noProof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48000" y="5880000"/>
            <a:ext cx="10560000" cy="18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67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&lt;Date&gt;  |  &lt;Place&gt;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48000" y="3787264"/>
            <a:ext cx="10560000" cy="82073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>
              <a:lnSpc>
                <a:spcPts val="3200"/>
              </a:lnSpc>
              <a:spcBef>
                <a:spcPts val="0"/>
              </a:spcBef>
              <a:buNone/>
              <a:defRPr sz="29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Fill in your title here: </a:t>
            </a:r>
            <a:br>
              <a:rPr lang="en-US" noProof="0"/>
            </a:br>
            <a:r>
              <a:rPr lang="en-US" noProof="0"/>
              <a:t>IN/</a:t>
            </a:r>
            <a:r>
              <a:rPr lang="en-US" noProof="0" err="1"/>
              <a:t>DN_Type</a:t>
            </a:r>
            <a:r>
              <a:rPr lang="en-US" noProof="0"/>
              <a:t> of Machine/</a:t>
            </a:r>
            <a:r>
              <a:rPr lang="en-US" noProof="0" err="1"/>
              <a:t>Module_Phenomenon</a:t>
            </a:r>
            <a:r>
              <a:rPr lang="en-US" noProof="0"/>
              <a:t> </a:t>
            </a:r>
          </a:p>
        </p:txBody>
      </p:sp>
      <p:sp>
        <p:nvSpPr>
          <p:cNvPr id="28" name="Freeform 27"/>
          <p:cNvSpPr/>
          <p:nvPr userDrawn="1"/>
        </p:nvSpPr>
        <p:spPr>
          <a:xfrm>
            <a:off x="9112370" y="1815334"/>
            <a:ext cx="556308" cy="595653"/>
          </a:xfrm>
          <a:custGeom>
            <a:avLst/>
            <a:gdLst>
              <a:gd name="connsiteX0" fmla="*/ 0 w 1097756"/>
              <a:gd name="connsiteY0" fmla="*/ 0 h 1181100"/>
              <a:gd name="connsiteX1" fmla="*/ 745331 w 1097756"/>
              <a:gd name="connsiteY1" fmla="*/ 0 h 1181100"/>
              <a:gd name="connsiteX2" fmla="*/ 1097756 w 1097756"/>
              <a:gd name="connsiteY2" fmla="*/ 1178718 h 1181100"/>
              <a:gd name="connsiteX3" fmla="*/ 523875 w 1097756"/>
              <a:gd name="connsiteY3" fmla="*/ 1181100 h 1181100"/>
              <a:gd name="connsiteX4" fmla="*/ 0 w 1097756"/>
              <a:gd name="connsiteY4" fmla="*/ 0 h 1181100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523875 w 1400175"/>
              <a:gd name="connsiteY3" fmla="*/ 1181100 h 2197893"/>
              <a:gd name="connsiteX4" fmla="*/ 0 w 1400175"/>
              <a:gd name="connsiteY4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1047750 w 1400175"/>
              <a:gd name="connsiteY3" fmla="*/ 1790700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50094 w 1400175"/>
              <a:gd name="connsiteY3" fmla="*/ 2193131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230981 w 1400175"/>
              <a:gd name="connsiteY5" fmla="*/ 295275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95262 w 1400175"/>
              <a:gd name="connsiteY5" fmla="*/ 1204913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135731 w 1400175"/>
              <a:gd name="connsiteY6" fmla="*/ 1102518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378619 w 1400175"/>
              <a:gd name="connsiteY7" fmla="*/ 862012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426244 w 1400175"/>
              <a:gd name="connsiteY8" fmla="*/ 1112043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52388 w 1400175"/>
              <a:gd name="connsiteY9" fmla="*/ 1131093 h 2197893"/>
              <a:gd name="connsiteX10" fmla="*/ 0 w 1400175"/>
              <a:gd name="connsiteY10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2197893 h 2197893"/>
              <a:gd name="connsiteX10" fmla="*/ 0 w 1400175"/>
              <a:gd name="connsiteY10" fmla="*/ 0 h 2197893"/>
              <a:gd name="connsiteX0" fmla="*/ 4762 w 1404937"/>
              <a:gd name="connsiteY0" fmla="*/ 0 h 2197893"/>
              <a:gd name="connsiteX1" fmla="*/ 750093 w 1404937"/>
              <a:gd name="connsiteY1" fmla="*/ 0 h 2197893"/>
              <a:gd name="connsiteX2" fmla="*/ 1404937 w 1404937"/>
              <a:gd name="connsiteY2" fmla="*/ 2197893 h 2197893"/>
              <a:gd name="connsiteX3" fmla="*/ 752475 w 1404937"/>
              <a:gd name="connsiteY3" fmla="*/ 2195512 h 2197893"/>
              <a:gd name="connsiteX4" fmla="*/ 376237 w 1404937"/>
              <a:gd name="connsiteY4" fmla="*/ 478631 h 2197893"/>
              <a:gd name="connsiteX5" fmla="*/ 178592 w 1404937"/>
              <a:gd name="connsiteY5" fmla="*/ 1383507 h 2197893"/>
              <a:gd name="connsiteX6" fmla="*/ 614362 w 1404937"/>
              <a:gd name="connsiteY6" fmla="*/ 1385887 h 2197893"/>
              <a:gd name="connsiteX7" fmla="*/ 697706 w 1404937"/>
              <a:gd name="connsiteY7" fmla="*/ 1797843 h 2197893"/>
              <a:gd name="connsiteX8" fmla="*/ 92868 w 1404937"/>
              <a:gd name="connsiteY8" fmla="*/ 1795462 h 2197893"/>
              <a:gd name="connsiteX9" fmla="*/ 4762 w 1404937"/>
              <a:gd name="connsiteY9" fmla="*/ 2197893 h 2197893"/>
              <a:gd name="connsiteX10" fmla="*/ 0 w 1404937"/>
              <a:gd name="connsiteY10" fmla="*/ 2045493 h 2197893"/>
              <a:gd name="connsiteX11" fmla="*/ 4762 w 1404937"/>
              <a:gd name="connsiteY11" fmla="*/ 0 h 2197893"/>
              <a:gd name="connsiteX0" fmla="*/ 652462 w 2052637"/>
              <a:gd name="connsiteY0" fmla="*/ 0 h 2197893"/>
              <a:gd name="connsiteX1" fmla="*/ 1397793 w 2052637"/>
              <a:gd name="connsiteY1" fmla="*/ 0 h 2197893"/>
              <a:gd name="connsiteX2" fmla="*/ 2052637 w 2052637"/>
              <a:gd name="connsiteY2" fmla="*/ 2197893 h 2197893"/>
              <a:gd name="connsiteX3" fmla="*/ 1400175 w 2052637"/>
              <a:gd name="connsiteY3" fmla="*/ 2195512 h 2197893"/>
              <a:gd name="connsiteX4" fmla="*/ 1023937 w 2052637"/>
              <a:gd name="connsiteY4" fmla="*/ 478631 h 2197893"/>
              <a:gd name="connsiteX5" fmla="*/ 826292 w 2052637"/>
              <a:gd name="connsiteY5" fmla="*/ 1383507 h 2197893"/>
              <a:gd name="connsiteX6" fmla="*/ 1262062 w 2052637"/>
              <a:gd name="connsiteY6" fmla="*/ 1385887 h 2197893"/>
              <a:gd name="connsiteX7" fmla="*/ 1345406 w 2052637"/>
              <a:gd name="connsiteY7" fmla="*/ 1797843 h 2197893"/>
              <a:gd name="connsiteX8" fmla="*/ 740568 w 2052637"/>
              <a:gd name="connsiteY8" fmla="*/ 1795462 h 2197893"/>
              <a:gd name="connsiteX9" fmla="*/ 652462 w 2052637"/>
              <a:gd name="connsiteY9" fmla="*/ 2197893 h 2197893"/>
              <a:gd name="connsiteX10" fmla="*/ 0 w 2052637"/>
              <a:gd name="connsiteY10" fmla="*/ 2193131 h 2197893"/>
              <a:gd name="connsiteX11" fmla="*/ 652462 w 2052637"/>
              <a:gd name="connsiteY11" fmla="*/ 0 h 2197893"/>
              <a:gd name="connsiteX0" fmla="*/ 652462 w 2052637"/>
              <a:gd name="connsiteY0" fmla="*/ 1 h 2197894"/>
              <a:gd name="connsiteX1" fmla="*/ 1397793 w 2052637"/>
              <a:gd name="connsiteY1" fmla="*/ 1 h 2197894"/>
              <a:gd name="connsiteX2" fmla="*/ 2052637 w 2052637"/>
              <a:gd name="connsiteY2" fmla="*/ 2197894 h 2197894"/>
              <a:gd name="connsiteX3" fmla="*/ 1400175 w 2052637"/>
              <a:gd name="connsiteY3" fmla="*/ 2195513 h 2197894"/>
              <a:gd name="connsiteX4" fmla="*/ 1023937 w 2052637"/>
              <a:gd name="connsiteY4" fmla="*/ 478632 h 2197894"/>
              <a:gd name="connsiteX5" fmla="*/ 826292 w 2052637"/>
              <a:gd name="connsiteY5" fmla="*/ 1383508 h 2197894"/>
              <a:gd name="connsiteX6" fmla="*/ 1262062 w 2052637"/>
              <a:gd name="connsiteY6" fmla="*/ 1385888 h 2197894"/>
              <a:gd name="connsiteX7" fmla="*/ 1345406 w 2052637"/>
              <a:gd name="connsiteY7" fmla="*/ 1797844 h 2197894"/>
              <a:gd name="connsiteX8" fmla="*/ 740568 w 2052637"/>
              <a:gd name="connsiteY8" fmla="*/ 1795463 h 2197894"/>
              <a:gd name="connsiteX9" fmla="*/ 652462 w 2052637"/>
              <a:gd name="connsiteY9" fmla="*/ 2197894 h 2197894"/>
              <a:gd name="connsiteX10" fmla="*/ 0 w 2052637"/>
              <a:gd name="connsiteY10" fmla="*/ 2193132 h 2197894"/>
              <a:gd name="connsiteX11" fmla="*/ 652462 w 2052637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62133 w 2052708"/>
              <a:gd name="connsiteY6" fmla="*/ 1385888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9271 w 2052708"/>
              <a:gd name="connsiteY6" fmla="*/ 1376363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5463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52708" h="2197894">
                <a:moveTo>
                  <a:pt x="652533" y="1"/>
                </a:moveTo>
                <a:lnTo>
                  <a:pt x="1397864" y="1"/>
                </a:lnTo>
                <a:lnTo>
                  <a:pt x="2052708" y="2197894"/>
                </a:lnTo>
                <a:lnTo>
                  <a:pt x="1400246" y="2195513"/>
                </a:lnTo>
                <a:lnTo>
                  <a:pt x="1024008" y="478632"/>
                </a:lnTo>
                <a:lnTo>
                  <a:pt x="826363" y="1383508"/>
                </a:lnTo>
                <a:lnTo>
                  <a:pt x="1221653" y="1383507"/>
                </a:lnTo>
                <a:lnTo>
                  <a:pt x="1312139" y="1795463"/>
                </a:lnTo>
                <a:lnTo>
                  <a:pt x="740639" y="1795463"/>
                </a:lnTo>
                <a:lnTo>
                  <a:pt x="652533" y="2197894"/>
                </a:lnTo>
                <a:lnTo>
                  <a:pt x="71" y="2193132"/>
                </a:lnTo>
                <a:cubicBezTo>
                  <a:pt x="-7867" y="2197101"/>
                  <a:pt x="648565" y="-1587"/>
                  <a:pt x="652533" y="1"/>
                </a:cubicBezTo>
                <a:close/>
              </a:path>
            </a:pathLst>
          </a:custGeom>
          <a:solidFill>
            <a:srgbClr val="0F238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29" name="Freeform 28"/>
          <p:cNvSpPr/>
          <p:nvPr userDrawn="1"/>
        </p:nvSpPr>
        <p:spPr>
          <a:xfrm>
            <a:off x="10198258" y="1814687"/>
            <a:ext cx="677612" cy="595656"/>
          </a:xfrm>
          <a:custGeom>
            <a:avLst/>
            <a:gdLst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0 w 688182"/>
              <a:gd name="connsiteY3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214313 w 688182"/>
              <a:gd name="connsiteY3" fmla="*/ 652463 h 950119"/>
              <a:gd name="connsiteX4" fmla="*/ 0 w 688182"/>
              <a:gd name="connsiteY4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111919 w 688182"/>
              <a:gd name="connsiteY3" fmla="*/ 95250 h 950119"/>
              <a:gd name="connsiteX4" fmla="*/ 0 w 688182"/>
              <a:gd name="connsiteY4" fmla="*/ 950119 h 950119"/>
              <a:gd name="connsiteX0" fmla="*/ 0 w 723900"/>
              <a:gd name="connsiteY0" fmla="*/ 1395413 h 1395413"/>
              <a:gd name="connsiteX1" fmla="*/ 611982 w 723900"/>
              <a:gd name="connsiteY1" fmla="*/ 1395413 h 1395413"/>
              <a:gd name="connsiteX2" fmla="*/ 723900 w 723900"/>
              <a:gd name="connsiteY2" fmla="*/ 0 h 1395413"/>
              <a:gd name="connsiteX3" fmla="*/ 111919 w 723900"/>
              <a:gd name="connsiteY3" fmla="*/ 540544 h 1395413"/>
              <a:gd name="connsiteX4" fmla="*/ 0 w 723900"/>
              <a:gd name="connsiteY4" fmla="*/ 1395413 h 1395413"/>
              <a:gd name="connsiteX0" fmla="*/ 0 w 723900"/>
              <a:gd name="connsiteY0" fmla="*/ 2031206 h 2031206"/>
              <a:gd name="connsiteX1" fmla="*/ 611982 w 723900"/>
              <a:gd name="connsiteY1" fmla="*/ 2031206 h 2031206"/>
              <a:gd name="connsiteX2" fmla="*/ 723900 w 723900"/>
              <a:gd name="connsiteY2" fmla="*/ 635793 h 2031206"/>
              <a:gd name="connsiteX3" fmla="*/ 266700 w 723900"/>
              <a:gd name="connsiteY3" fmla="*/ 0 h 2031206"/>
              <a:gd name="connsiteX4" fmla="*/ 0 w 723900"/>
              <a:gd name="connsiteY4" fmla="*/ 2031206 h 2031206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283369 w 723900"/>
              <a:gd name="connsiteY3" fmla="*/ 0 h 2195513"/>
              <a:gd name="connsiteX4" fmla="*/ 0 w 723900"/>
              <a:gd name="connsiteY4" fmla="*/ 2195513 h 2195513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500063 w 723900"/>
              <a:gd name="connsiteY3" fmla="*/ 388145 h 2195513"/>
              <a:gd name="connsiteX4" fmla="*/ 283369 w 723900"/>
              <a:gd name="connsiteY4" fmla="*/ 0 h 2195513"/>
              <a:gd name="connsiteX5" fmla="*/ 0 w 723900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945356 w 945356"/>
              <a:gd name="connsiteY3" fmla="*/ 2382 h 2195513"/>
              <a:gd name="connsiteX4" fmla="*/ 283369 w 945356"/>
              <a:gd name="connsiteY4" fmla="*/ 0 h 2195513"/>
              <a:gd name="connsiteX5" fmla="*/ 0 w 945356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790575 w 945356"/>
              <a:gd name="connsiteY3" fmla="*/ 545308 h 2195513"/>
              <a:gd name="connsiteX4" fmla="*/ 945356 w 945356"/>
              <a:gd name="connsiteY4" fmla="*/ 2382 h 2195513"/>
              <a:gd name="connsiteX5" fmla="*/ 283369 w 945356"/>
              <a:gd name="connsiteY5" fmla="*/ 0 h 2195513"/>
              <a:gd name="connsiteX6" fmla="*/ 0 w 945356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252537 w 1252537"/>
              <a:gd name="connsiteY3" fmla="*/ 1333501 h 2195513"/>
              <a:gd name="connsiteX4" fmla="*/ 945356 w 1252537"/>
              <a:gd name="connsiteY4" fmla="*/ 2382 h 2195513"/>
              <a:gd name="connsiteX5" fmla="*/ 283369 w 1252537"/>
              <a:gd name="connsiteY5" fmla="*/ 0 h 2195513"/>
              <a:gd name="connsiteX6" fmla="*/ 0 w 1252537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31082 w 1252537"/>
              <a:gd name="connsiteY3" fmla="*/ 1112045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173957 w 1252537"/>
              <a:gd name="connsiteY4" fmla="*/ 1600202 h 2195513"/>
              <a:gd name="connsiteX5" fmla="*/ 1252537 w 1252537"/>
              <a:gd name="connsiteY5" fmla="*/ 1333501 h 2195513"/>
              <a:gd name="connsiteX6" fmla="*/ 945356 w 1252537"/>
              <a:gd name="connsiteY6" fmla="*/ 2382 h 2195513"/>
              <a:gd name="connsiteX7" fmla="*/ 283369 w 1252537"/>
              <a:gd name="connsiteY7" fmla="*/ 0 h 2195513"/>
              <a:gd name="connsiteX8" fmla="*/ 0 w 1252537"/>
              <a:gd name="connsiteY8" fmla="*/ 2195513 h 2195513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252537 w 1488282"/>
              <a:gd name="connsiteY5" fmla="*/ 1333501 h 2195514"/>
              <a:gd name="connsiteX6" fmla="*/ 945356 w 1488282"/>
              <a:gd name="connsiteY6" fmla="*/ 2382 h 2195514"/>
              <a:gd name="connsiteX7" fmla="*/ 283369 w 1488282"/>
              <a:gd name="connsiteY7" fmla="*/ 0 h 2195514"/>
              <a:gd name="connsiteX8" fmla="*/ 0 w 1488282"/>
              <a:gd name="connsiteY8" fmla="*/ 2195513 h 2195514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352549 w 1488282"/>
              <a:gd name="connsiteY5" fmla="*/ 1690688 h 2195514"/>
              <a:gd name="connsiteX6" fmla="*/ 1252537 w 1488282"/>
              <a:gd name="connsiteY6" fmla="*/ 1333501 h 2195514"/>
              <a:gd name="connsiteX7" fmla="*/ 945356 w 1488282"/>
              <a:gd name="connsiteY7" fmla="*/ 2382 h 2195514"/>
              <a:gd name="connsiteX8" fmla="*/ 283369 w 1488282"/>
              <a:gd name="connsiteY8" fmla="*/ 0 h 2195514"/>
              <a:gd name="connsiteX9" fmla="*/ 0 w 1488282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252537 w 1781174"/>
              <a:gd name="connsiteY6" fmla="*/ 1333501 h 2195514"/>
              <a:gd name="connsiteX7" fmla="*/ 945356 w 1781174"/>
              <a:gd name="connsiteY7" fmla="*/ 2382 h 2195514"/>
              <a:gd name="connsiteX8" fmla="*/ 283369 w 1781174"/>
              <a:gd name="connsiteY8" fmla="*/ 0 h 2195514"/>
              <a:gd name="connsiteX9" fmla="*/ 0 w 1781174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528762 w 1781174"/>
              <a:gd name="connsiteY6" fmla="*/ 1052513 h 2195514"/>
              <a:gd name="connsiteX7" fmla="*/ 1252537 w 1781174"/>
              <a:gd name="connsiteY7" fmla="*/ 1333501 h 2195514"/>
              <a:gd name="connsiteX8" fmla="*/ 945356 w 1781174"/>
              <a:gd name="connsiteY8" fmla="*/ 2382 h 2195514"/>
              <a:gd name="connsiteX9" fmla="*/ 283369 w 1781174"/>
              <a:gd name="connsiteY9" fmla="*/ 0 h 2195514"/>
              <a:gd name="connsiteX10" fmla="*/ 0 w 1781174"/>
              <a:gd name="connsiteY10" fmla="*/ 2195513 h 2195514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559719 w 1781174"/>
              <a:gd name="connsiteY6" fmla="*/ 0 h 2197895"/>
              <a:gd name="connsiteX7" fmla="*/ 1252537 w 1781174"/>
              <a:gd name="connsiteY7" fmla="*/ 1335882 h 2197895"/>
              <a:gd name="connsiteX8" fmla="*/ 945356 w 1781174"/>
              <a:gd name="connsiteY8" fmla="*/ 4763 h 2197895"/>
              <a:gd name="connsiteX9" fmla="*/ 283369 w 1781174"/>
              <a:gd name="connsiteY9" fmla="*/ 2381 h 2197895"/>
              <a:gd name="connsiteX10" fmla="*/ 0 w 1781174"/>
              <a:gd name="connsiteY10" fmla="*/ 2197894 h 2197895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688306 w 1781174"/>
              <a:gd name="connsiteY6" fmla="*/ 454820 h 2197895"/>
              <a:gd name="connsiteX7" fmla="*/ 1559719 w 1781174"/>
              <a:gd name="connsiteY7" fmla="*/ 0 h 2197895"/>
              <a:gd name="connsiteX8" fmla="*/ 1252537 w 1781174"/>
              <a:gd name="connsiteY8" fmla="*/ 1335882 h 2197895"/>
              <a:gd name="connsiteX9" fmla="*/ 945356 w 1781174"/>
              <a:gd name="connsiteY9" fmla="*/ 4763 h 2197895"/>
              <a:gd name="connsiteX10" fmla="*/ 283369 w 1781174"/>
              <a:gd name="connsiteY10" fmla="*/ 2381 h 2197895"/>
              <a:gd name="connsiteX11" fmla="*/ 0 w 1781174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212181 w 2212181"/>
              <a:gd name="connsiteY6" fmla="*/ 7145 h 2197895"/>
              <a:gd name="connsiteX7" fmla="*/ 1559719 w 2212181"/>
              <a:gd name="connsiteY7" fmla="*/ 0 h 2197895"/>
              <a:gd name="connsiteX8" fmla="*/ 1252537 w 2212181"/>
              <a:gd name="connsiteY8" fmla="*/ 1335882 h 2197895"/>
              <a:gd name="connsiteX9" fmla="*/ 945356 w 2212181"/>
              <a:gd name="connsiteY9" fmla="*/ 4763 h 2197895"/>
              <a:gd name="connsiteX10" fmla="*/ 283369 w 2212181"/>
              <a:gd name="connsiteY10" fmla="*/ 2381 h 2197895"/>
              <a:gd name="connsiteX11" fmla="*/ 0 w 2212181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035968 w 2212181"/>
              <a:gd name="connsiteY6" fmla="*/ 328614 h 2197895"/>
              <a:gd name="connsiteX7" fmla="*/ 2212181 w 2212181"/>
              <a:gd name="connsiteY7" fmla="*/ 7145 h 2197895"/>
              <a:gd name="connsiteX8" fmla="*/ 1559719 w 2212181"/>
              <a:gd name="connsiteY8" fmla="*/ 0 h 2197895"/>
              <a:gd name="connsiteX9" fmla="*/ 1252537 w 2212181"/>
              <a:gd name="connsiteY9" fmla="*/ 1335882 h 2197895"/>
              <a:gd name="connsiteX10" fmla="*/ 945356 w 2212181"/>
              <a:gd name="connsiteY10" fmla="*/ 4763 h 2197895"/>
              <a:gd name="connsiteX11" fmla="*/ 283369 w 2212181"/>
              <a:gd name="connsiteY11" fmla="*/ 2381 h 2197895"/>
              <a:gd name="connsiteX12" fmla="*/ 0 w 2212181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500312 w 2500312"/>
              <a:gd name="connsiteY6" fmla="*/ 2197895 h 2197895"/>
              <a:gd name="connsiteX7" fmla="*/ 2212181 w 2500312"/>
              <a:gd name="connsiteY7" fmla="*/ 7145 h 2197895"/>
              <a:gd name="connsiteX8" fmla="*/ 1559719 w 2500312"/>
              <a:gd name="connsiteY8" fmla="*/ 0 h 2197895"/>
              <a:gd name="connsiteX9" fmla="*/ 1252537 w 2500312"/>
              <a:gd name="connsiteY9" fmla="*/ 1335882 h 2197895"/>
              <a:gd name="connsiteX10" fmla="*/ 945356 w 2500312"/>
              <a:gd name="connsiteY10" fmla="*/ 4763 h 2197895"/>
              <a:gd name="connsiteX11" fmla="*/ 283369 w 2500312"/>
              <a:gd name="connsiteY11" fmla="*/ 2381 h 2197895"/>
              <a:gd name="connsiteX12" fmla="*/ 0 w 2500312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190748 w 2500312"/>
              <a:gd name="connsiteY6" fmla="*/ 1595439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76411 w 2500312"/>
              <a:gd name="connsiteY5" fmla="*/ 809626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00312" h="2197895">
                <a:moveTo>
                  <a:pt x="0" y="2197894"/>
                </a:moveTo>
                <a:lnTo>
                  <a:pt x="611982" y="2197894"/>
                </a:lnTo>
                <a:lnTo>
                  <a:pt x="723900" y="802481"/>
                </a:lnTo>
                <a:lnTo>
                  <a:pt x="1007270" y="2195513"/>
                </a:lnTo>
                <a:lnTo>
                  <a:pt x="1488282" y="2197895"/>
                </a:lnTo>
                <a:lnTo>
                  <a:pt x="1776411" y="809626"/>
                </a:lnTo>
                <a:lnTo>
                  <a:pt x="1883567" y="2195514"/>
                </a:lnTo>
                <a:lnTo>
                  <a:pt x="2500312" y="2197895"/>
                </a:lnTo>
                <a:lnTo>
                  <a:pt x="2212181" y="7145"/>
                </a:lnTo>
                <a:lnTo>
                  <a:pt x="1559719" y="0"/>
                </a:lnTo>
                <a:lnTo>
                  <a:pt x="1252537" y="1335882"/>
                </a:lnTo>
                <a:lnTo>
                  <a:pt x="945356" y="4763"/>
                </a:lnTo>
                <a:lnTo>
                  <a:pt x="283369" y="2381"/>
                </a:lnTo>
                <a:lnTo>
                  <a:pt x="0" y="2197894"/>
                </a:ln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0" name="Freeform 29"/>
          <p:cNvSpPr/>
          <p:nvPr userDrawn="1"/>
        </p:nvSpPr>
        <p:spPr>
          <a:xfrm>
            <a:off x="10958474" y="1815978"/>
            <a:ext cx="380753" cy="593719"/>
          </a:xfrm>
          <a:custGeom>
            <a:avLst/>
            <a:gdLst>
              <a:gd name="connsiteX0" fmla="*/ 0 w 1428750"/>
              <a:gd name="connsiteY0" fmla="*/ 997744 h 997744"/>
              <a:gd name="connsiteX1" fmla="*/ 1404937 w 1428750"/>
              <a:gd name="connsiteY1" fmla="*/ 997744 h 997744"/>
              <a:gd name="connsiteX2" fmla="*/ 1404937 w 1428750"/>
              <a:gd name="connsiteY2" fmla="*/ 538163 h 997744"/>
              <a:gd name="connsiteX3" fmla="*/ 1428750 w 1428750"/>
              <a:gd name="connsiteY3" fmla="*/ 540544 h 997744"/>
              <a:gd name="connsiteX4" fmla="*/ 590550 w 1428750"/>
              <a:gd name="connsiteY4" fmla="*/ 540544 h 997744"/>
              <a:gd name="connsiteX5" fmla="*/ 590550 w 1428750"/>
              <a:gd name="connsiteY5" fmla="*/ 0 h 997744"/>
              <a:gd name="connsiteX6" fmla="*/ 0 w 1428750"/>
              <a:gd name="connsiteY6" fmla="*/ 0 h 997744"/>
              <a:gd name="connsiteX7" fmla="*/ 0 w 1428750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1219200 w 1404937"/>
              <a:gd name="connsiteY3" fmla="*/ 476250 h 997744"/>
              <a:gd name="connsiteX4" fmla="*/ 590550 w 1404937"/>
              <a:gd name="connsiteY4" fmla="*/ 540544 h 997744"/>
              <a:gd name="connsiteX5" fmla="*/ 590550 w 1404937"/>
              <a:gd name="connsiteY5" fmla="*/ 0 h 997744"/>
              <a:gd name="connsiteX6" fmla="*/ 0 w 1404937"/>
              <a:gd name="connsiteY6" fmla="*/ 0 h 997744"/>
              <a:gd name="connsiteX7" fmla="*/ 0 w 1404937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590550 w 1404937"/>
              <a:gd name="connsiteY3" fmla="*/ 540544 h 997744"/>
              <a:gd name="connsiteX4" fmla="*/ 590550 w 1404937"/>
              <a:gd name="connsiteY4" fmla="*/ 0 h 997744"/>
              <a:gd name="connsiteX5" fmla="*/ 0 w 1404937"/>
              <a:gd name="connsiteY5" fmla="*/ 0 h 997744"/>
              <a:gd name="connsiteX6" fmla="*/ 0 w 1404937"/>
              <a:gd name="connsiteY6" fmla="*/ 997744 h 997744"/>
              <a:gd name="connsiteX0" fmla="*/ 0 w 1404937"/>
              <a:gd name="connsiteY0" fmla="*/ 1614488 h 1614488"/>
              <a:gd name="connsiteX1" fmla="*/ 1404937 w 1404937"/>
              <a:gd name="connsiteY1" fmla="*/ 1614488 h 1614488"/>
              <a:gd name="connsiteX2" fmla="*/ 1404937 w 1404937"/>
              <a:gd name="connsiteY2" fmla="*/ 1154907 h 1614488"/>
              <a:gd name="connsiteX3" fmla="*/ 590550 w 1404937"/>
              <a:gd name="connsiteY3" fmla="*/ 1157288 h 1614488"/>
              <a:gd name="connsiteX4" fmla="*/ 592931 w 1404937"/>
              <a:gd name="connsiteY4" fmla="*/ 0 h 1614488"/>
              <a:gd name="connsiteX5" fmla="*/ 0 w 1404937"/>
              <a:gd name="connsiteY5" fmla="*/ 616744 h 1614488"/>
              <a:gd name="connsiteX6" fmla="*/ 0 w 1404937"/>
              <a:gd name="connsiteY6" fmla="*/ 1614488 h 1614488"/>
              <a:gd name="connsiteX0" fmla="*/ 0 w 1404937"/>
              <a:gd name="connsiteY0" fmla="*/ 2188369 h 2188369"/>
              <a:gd name="connsiteX1" fmla="*/ 1404937 w 1404937"/>
              <a:gd name="connsiteY1" fmla="*/ 2188369 h 2188369"/>
              <a:gd name="connsiteX2" fmla="*/ 1404937 w 1404937"/>
              <a:gd name="connsiteY2" fmla="*/ 1728788 h 2188369"/>
              <a:gd name="connsiteX3" fmla="*/ 590550 w 1404937"/>
              <a:gd name="connsiteY3" fmla="*/ 1731169 h 2188369"/>
              <a:gd name="connsiteX4" fmla="*/ 592931 w 1404937"/>
              <a:gd name="connsiteY4" fmla="*/ 573881 h 2188369"/>
              <a:gd name="connsiteX5" fmla="*/ 2382 w 1404937"/>
              <a:gd name="connsiteY5" fmla="*/ 0 h 2188369"/>
              <a:gd name="connsiteX6" fmla="*/ 0 w 1404937"/>
              <a:gd name="connsiteY6" fmla="*/ 2188369 h 2188369"/>
              <a:gd name="connsiteX0" fmla="*/ 0 w 1404937"/>
              <a:gd name="connsiteY0" fmla="*/ 2190750 h 2190750"/>
              <a:gd name="connsiteX1" fmla="*/ 1404937 w 1404937"/>
              <a:gd name="connsiteY1" fmla="*/ 2190750 h 2190750"/>
              <a:gd name="connsiteX2" fmla="*/ 1404937 w 1404937"/>
              <a:gd name="connsiteY2" fmla="*/ 1731169 h 2190750"/>
              <a:gd name="connsiteX3" fmla="*/ 590550 w 1404937"/>
              <a:gd name="connsiteY3" fmla="*/ 1733550 h 2190750"/>
              <a:gd name="connsiteX4" fmla="*/ 592931 w 1404937"/>
              <a:gd name="connsiteY4" fmla="*/ 0 h 2190750"/>
              <a:gd name="connsiteX5" fmla="*/ 2382 w 1404937"/>
              <a:gd name="connsiteY5" fmla="*/ 2381 h 2190750"/>
              <a:gd name="connsiteX6" fmla="*/ 0 w 1404937"/>
              <a:gd name="connsiteY6" fmla="*/ 219075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4937" h="2190750">
                <a:moveTo>
                  <a:pt x="0" y="2190750"/>
                </a:moveTo>
                <a:lnTo>
                  <a:pt x="1404937" y="2190750"/>
                </a:lnTo>
                <a:lnTo>
                  <a:pt x="1404937" y="1731169"/>
                </a:lnTo>
                <a:lnTo>
                  <a:pt x="590550" y="1733550"/>
                </a:lnTo>
                <a:cubicBezTo>
                  <a:pt x="591344" y="1347787"/>
                  <a:pt x="592137" y="385763"/>
                  <a:pt x="592931" y="0"/>
                </a:cubicBezTo>
                <a:lnTo>
                  <a:pt x="2382" y="2381"/>
                </a:lnTo>
                <a:cubicBezTo>
                  <a:pt x="3969" y="334962"/>
                  <a:pt x="3175" y="1858169"/>
                  <a:pt x="0" y="2190750"/>
                </a:cubicBez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1" name="Freeform 30"/>
          <p:cNvSpPr/>
          <p:nvPr userDrawn="1"/>
        </p:nvSpPr>
        <p:spPr>
          <a:xfrm>
            <a:off x="9704816" y="1934721"/>
            <a:ext cx="440800" cy="487896"/>
          </a:xfrm>
          <a:custGeom>
            <a:avLst/>
            <a:gdLst>
              <a:gd name="connsiteX0" fmla="*/ 0 w 483394"/>
              <a:gd name="connsiteY0" fmla="*/ 0 h 645319"/>
              <a:gd name="connsiteX1" fmla="*/ 0 w 483394"/>
              <a:gd name="connsiteY1" fmla="*/ 528638 h 645319"/>
              <a:gd name="connsiteX2" fmla="*/ 33338 w 483394"/>
              <a:gd name="connsiteY2" fmla="*/ 528638 h 645319"/>
              <a:gd name="connsiteX3" fmla="*/ 381000 w 483394"/>
              <a:gd name="connsiteY3" fmla="*/ 645319 h 645319"/>
              <a:gd name="connsiteX4" fmla="*/ 483394 w 483394"/>
              <a:gd name="connsiteY4" fmla="*/ 216694 h 645319"/>
              <a:gd name="connsiteX5" fmla="*/ 0 w 483394"/>
              <a:gd name="connsiteY5" fmla="*/ 0 h 645319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714375"/>
              <a:gd name="connsiteX1" fmla="*/ 0 w 1626394"/>
              <a:gd name="connsiteY1" fmla="*/ 528638 h 714375"/>
              <a:gd name="connsiteX2" fmla="*/ 354807 w 1626394"/>
              <a:gd name="connsiteY2" fmla="*/ 714375 h 714375"/>
              <a:gd name="connsiteX3" fmla="*/ 1626394 w 1626394"/>
              <a:gd name="connsiteY3" fmla="*/ 7144 h 714375"/>
              <a:gd name="connsiteX4" fmla="*/ 483394 w 1626394"/>
              <a:gd name="connsiteY4" fmla="*/ 216694 h 714375"/>
              <a:gd name="connsiteX5" fmla="*/ 0 w 1626394"/>
              <a:gd name="connsiteY5" fmla="*/ 0 h 714375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681404"/>
              <a:gd name="connsiteX1" fmla="*/ 0 w 1626394"/>
              <a:gd name="connsiteY1" fmla="*/ 528638 h 681404"/>
              <a:gd name="connsiteX2" fmla="*/ 1626394 w 1626394"/>
              <a:gd name="connsiteY2" fmla="*/ 7144 h 681404"/>
              <a:gd name="connsiteX3" fmla="*/ 483394 w 1626394"/>
              <a:gd name="connsiteY3" fmla="*/ 216694 h 681404"/>
              <a:gd name="connsiteX4" fmla="*/ 0 w 1626394"/>
              <a:gd name="connsiteY4" fmla="*/ 0 h 681404"/>
              <a:gd name="connsiteX0" fmla="*/ 0 w 1626394"/>
              <a:gd name="connsiteY0" fmla="*/ 0 h 661055"/>
              <a:gd name="connsiteX1" fmla="*/ 0 w 1626394"/>
              <a:gd name="connsiteY1" fmla="*/ 528638 h 661055"/>
              <a:gd name="connsiteX2" fmla="*/ 1626394 w 1626394"/>
              <a:gd name="connsiteY2" fmla="*/ 7144 h 661055"/>
              <a:gd name="connsiteX3" fmla="*/ 483394 w 1626394"/>
              <a:gd name="connsiteY3" fmla="*/ 216694 h 661055"/>
              <a:gd name="connsiteX4" fmla="*/ 0 w 1626394"/>
              <a:gd name="connsiteY4" fmla="*/ 0 h 661055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483394 w 1626394"/>
              <a:gd name="connsiteY3" fmla="*/ 216694 h 678971"/>
              <a:gd name="connsiteX4" fmla="*/ 0 w 1626394"/>
              <a:gd name="connsiteY4" fmla="*/ 0 h 678971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621506 w 1626394"/>
              <a:gd name="connsiteY3" fmla="*/ 233363 h 678971"/>
              <a:gd name="connsiteX4" fmla="*/ 0 w 1626394"/>
              <a:gd name="connsiteY4" fmla="*/ 0 h 67897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621506 w 1626394"/>
              <a:gd name="connsiteY3" fmla="*/ 238223 h 683831"/>
              <a:gd name="connsiteX4" fmla="*/ 0 w 1626394"/>
              <a:gd name="connsiteY4" fmla="*/ 4860 h 68383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1066800 w 1626394"/>
              <a:gd name="connsiteY3" fmla="*/ 135830 h 683831"/>
              <a:gd name="connsiteX4" fmla="*/ 621506 w 1626394"/>
              <a:gd name="connsiteY4" fmla="*/ 238223 h 683831"/>
              <a:gd name="connsiteX5" fmla="*/ 0 w 1626394"/>
              <a:gd name="connsiteY5" fmla="*/ 4860 h 683831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923925 w 1626394"/>
              <a:gd name="connsiteY3" fmla="*/ 0 h 790888"/>
              <a:gd name="connsiteX4" fmla="*/ 621506 w 1626394"/>
              <a:gd name="connsiteY4" fmla="*/ 345280 h 790888"/>
              <a:gd name="connsiteX5" fmla="*/ 0 w 1626394"/>
              <a:gd name="connsiteY5" fmla="*/ 111917 h 790888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1059656 w 1626394"/>
              <a:gd name="connsiteY3" fmla="*/ 23812 h 790888"/>
              <a:gd name="connsiteX4" fmla="*/ 923925 w 1626394"/>
              <a:gd name="connsiteY4" fmla="*/ 0 h 790888"/>
              <a:gd name="connsiteX5" fmla="*/ 621506 w 1626394"/>
              <a:gd name="connsiteY5" fmla="*/ 345280 h 790888"/>
              <a:gd name="connsiteX6" fmla="*/ 0 w 1626394"/>
              <a:gd name="connsiteY6" fmla="*/ 111917 h 790888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35310"/>
              <a:gd name="connsiteY0" fmla="*/ 538161 h 1066802"/>
              <a:gd name="connsiteX1" fmla="*/ 0 w 1635310"/>
              <a:gd name="connsiteY1" fmla="*/ 1066799 h 1066802"/>
              <a:gd name="connsiteX2" fmla="*/ 1626394 w 1635310"/>
              <a:gd name="connsiteY2" fmla="*/ 545305 h 1066802"/>
              <a:gd name="connsiteX3" fmla="*/ 1323974 w 1635310"/>
              <a:gd name="connsiteY3" fmla="*/ 0 h 1066802"/>
              <a:gd name="connsiteX4" fmla="*/ 923925 w 1635310"/>
              <a:gd name="connsiteY4" fmla="*/ 426244 h 1066802"/>
              <a:gd name="connsiteX5" fmla="*/ 621506 w 1635310"/>
              <a:gd name="connsiteY5" fmla="*/ 771524 h 1066802"/>
              <a:gd name="connsiteX6" fmla="*/ 0 w 1635310"/>
              <a:gd name="connsiteY6" fmla="*/ 538161 h 1066802"/>
              <a:gd name="connsiteX0" fmla="*/ 0 w 1632620"/>
              <a:gd name="connsiteY0" fmla="*/ 538161 h 1083110"/>
              <a:gd name="connsiteX1" fmla="*/ 0 w 1632620"/>
              <a:gd name="connsiteY1" fmla="*/ 1066799 h 1083110"/>
              <a:gd name="connsiteX2" fmla="*/ 1626394 w 1632620"/>
              <a:gd name="connsiteY2" fmla="*/ 545305 h 1083110"/>
              <a:gd name="connsiteX3" fmla="*/ 1323974 w 1632620"/>
              <a:gd name="connsiteY3" fmla="*/ 0 h 1083110"/>
              <a:gd name="connsiteX4" fmla="*/ 923925 w 1632620"/>
              <a:gd name="connsiteY4" fmla="*/ 426244 h 1083110"/>
              <a:gd name="connsiteX5" fmla="*/ 621506 w 1632620"/>
              <a:gd name="connsiteY5" fmla="*/ 771524 h 1083110"/>
              <a:gd name="connsiteX6" fmla="*/ 0 w 1632620"/>
              <a:gd name="connsiteY6" fmla="*/ 538161 h 1083110"/>
              <a:gd name="connsiteX0" fmla="*/ 0 w 1638832"/>
              <a:gd name="connsiteY0" fmla="*/ 538161 h 1079262"/>
              <a:gd name="connsiteX1" fmla="*/ 0 w 1638832"/>
              <a:gd name="connsiteY1" fmla="*/ 1066799 h 1079262"/>
              <a:gd name="connsiteX2" fmla="*/ 1626394 w 1638832"/>
              <a:gd name="connsiteY2" fmla="*/ 545305 h 1079262"/>
              <a:gd name="connsiteX3" fmla="*/ 1323974 w 1638832"/>
              <a:gd name="connsiteY3" fmla="*/ 0 h 1079262"/>
              <a:gd name="connsiteX4" fmla="*/ 923925 w 1638832"/>
              <a:gd name="connsiteY4" fmla="*/ 426244 h 1079262"/>
              <a:gd name="connsiteX5" fmla="*/ 621506 w 1638832"/>
              <a:gd name="connsiteY5" fmla="*/ 771524 h 1079262"/>
              <a:gd name="connsiteX6" fmla="*/ 0 w 1638832"/>
              <a:gd name="connsiteY6" fmla="*/ 538161 h 1079262"/>
              <a:gd name="connsiteX0" fmla="*/ 0 w 1629379"/>
              <a:gd name="connsiteY0" fmla="*/ 538161 h 1066897"/>
              <a:gd name="connsiteX1" fmla="*/ 0 w 1629379"/>
              <a:gd name="connsiteY1" fmla="*/ 1066799 h 1066897"/>
              <a:gd name="connsiteX2" fmla="*/ 1616869 w 1629379"/>
              <a:gd name="connsiteY2" fmla="*/ 409574 h 1066897"/>
              <a:gd name="connsiteX3" fmla="*/ 1323974 w 1629379"/>
              <a:gd name="connsiteY3" fmla="*/ 0 h 1066897"/>
              <a:gd name="connsiteX4" fmla="*/ 923925 w 1629379"/>
              <a:gd name="connsiteY4" fmla="*/ 426244 h 1066897"/>
              <a:gd name="connsiteX5" fmla="*/ 621506 w 1629379"/>
              <a:gd name="connsiteY5" fmla="*/ 771524 h 1066897"/>
              <a:gd name="connsiteX6" fmla="*/ 0 w 1629379"/>
              <a:gd name="connsiteY6" fmla="*/ 538161 h 1066897"/>
              <a:gd name="connsiteX0" fmla="*/ 0 w 1620913"/>
              <a:gd name="connsiteY0" fmla="*/ 538161 h 1107877"/>
              <a:gd name="connsiteX1" fmla="*/ 0 w 1620913"/>
              <a:gd name="connsiteY1" fmla="*/ 1066799 h 1107877"/>
              <a:gd name="connsiteX2" fmla="*/ 1616869 w 1620913"/>
              <a:gd name="connsiteY2" fmla="*/ 409574 h 1107877"/>
              <a:gd name="connsiteX3" fmla="*/ 1323974 w 1620913"/>
              <a:gd name="connsiteY3" fmla="*/ 0 h 1107877"/>
              <a:gd name="connsiteX4" fmla="*/ 923925 w 1620913"/>
              <a:gd name="connsiteY4" fmla="*/ 426244 h 1107877"/>
              <a:gd name="connsiteX5" fmla="*/ 621506 w 1620913"/>
              <a:gd name="connsiteY5" fmla="*/ 771524 h 1107877"/>
              <a:gd name="connsiteX6" fmla="*/ 0 w 1620913"/>
              <a:gd name="connsiteY6" fmla="*/ 538161 h 1107877"/>
              <a:gd name="connsiteX0" fmla="*/ 0 w 1620913"/>
              <a:gd name="connsiteY0" fmla="*/ 538161 h 1218265"/>
              <a:gd name="connsiteX1" fmla="*/ 0 w 1620913"/>
              <a:gd name="connsiteY1" fmla="*/ 1066799 h 1218265"/>
              <a:gd name="connsiteX2" fmla="*/ 1616869 w 1620913"/>
              <a:gd name="connsiteY2" fmla="*/ 409574 h 1218265"/>
              <a:gd name="connsiteX3" fmla="*/ 1323974 w 1620913"/>
              <a:gd name="connsiteY3" fmla="*/ 0 h 1218265"/>
              <a:gd name="connsiteX4" fmla="*/ 923925 w 1620913"/>
              <a:gd name="connsiteY4" fmla="*/ 426244 h 1218265"/>
              <a:gd name="connsiteX5" fmla="*/ 621506 w 1620913"/>
              <a:gd name="connsiteY5" fmla="*/ 771524 h 1218265"/>
              <a:gd name="connsiteX6" fmla="*/ 0 w 1620913"/>
              <a:gd name="connsiteY6" fmla="*/ 538161 h 1218265"/>
              <a:gd name="connsiteX0" fmla="*/ 0 w 1620913"/>
              <a:gd name="connsiteY0" fmla="*/ 538161 h 1066799"/>
              <a:gd name="connsiteX1" fmla="*/ 0 w 1620913"/>
              <a:gd name="connsiteY1" fmla="*/ 1066799 h 1066799"/>
              <a:gd name="connsiteX2" fmla="*/ 1616869 w 1620913"/>
              <a:gd name="connsiteY2" fmla="*/ 409574 h 1066799"/>
              <a:gd name="connsiteX3" fmla="*/ 1323974 w 1620913"/>
              <a:gd name="connsiteY3" fmla="*/ 0 h 1066799"/>
              <a:gd name="connsiteX4" fmla="*/ 923925 w 1620913"/>
              <a:gd name="connsiteY4" fmla="*/ 426244 h 1066799"/>
              <a:gd name="connsiteX5" fmla="*/ 621506 w 1620913"/>
              <a:gd name="connsiteY5" fmla="*/ 771524 h 1066799"/>
              <a:gd name="connsiteX6" fmla="*/ 0 w 1620913"/>
              <a:gd name="connsiteY6" fmla="*/ 538161 h 1066799"/>
              <a:gd name="connsiteX0" fmla="*/ 0 w 1620913"/>
              <a:gd name="connsiteY0" fmla="*/ 538161 h 1213299"/>
              <a:gd name="connsiteX1" fmla="*/ 0 w 1620913"/>
              <a:gd name="connsiteY1" fmla="*/ 1066799 h 1213299"/>
              <a:gd name="connsiteX2" fmla="*/ 1616869 w 1620913"/>
              <a:gd name="connsiteY2" fmla="*/ 409574 h 1213299"/>
              <a:gd name="connsiteX3" fmla="*/ 1323974 w 1620913"/>
              <a:gd name="connsiteY3" fmla="*/ 0 h 1213299"/>
              <a:gd name="connsiteX4" fmla="*/ 923925 w 1620913"/>
              <a:gd name="connsiteY4" fmla="*/ 426244 h 1213299"/>
              <a:gd name="connsiteX5" fmla="*/ 621506 w 1620913"/>
              <a:gd name="connsiteY5" fmla="*/ 771524 h 1213299"/>
              <a:gd name="connsiteX6" fmla="*/ 0 w 1620913"/>
              <a:gd name="connsiteY6" fmla="*/ 538161 h 121329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32881"/>
              <a:gd name="connsiteY0" fmla="*/ 538161 h 1232035"/>
              <a:gd name="connsiteX1" fmla="*/ 0 w 1632881"/>
              <a:gd name="connsiteY1" fmla="*/ 1066799 h 1232035"/>
              <a:gd name="connsiteX2" fmla="*/ 1621631 w 1632881"/>
              <a:gd name="connsiteY2" fmla="*/ 523874 h 1232035"/>
              <a:gd name="connsiteX3" fmla="*/ 1323974 w 1632881"/>
              <a:gd name="connsiteY3" fmla="*/ 0 h 1232035"/>
              <a:gd name="connsiteX4" fmla="*/ 923925 w 1632881"/>
              <a:gd name="connsiteY4" fmla="*/ 426244 h 1232035"/>
              <a:gd name="connsiteX5" fmla="*/ 621506 w 1632881"/>
              <a:gd name="connsiteY5" fmla="*/ 771524 h 1232035"/>
              <a:gd name="connsiteX6" fmla="*/ 0 w 1632881"/>
              <a:gd name="connsiteY6" fmla="*/ 538161 h 1232035"/>
              <a:gd name="connsiteX0" fmla="*/ 0 w 1622936"/>
              <a:gd name="connsiteY0" fmla="*/ 538161 h 1236750"/>
              <a:gd name="connsiteX1" fmla="*/ 0 w 1622936"/>
              <a:gd name="connsiteY1" fmla="*/ 1066799 h 1236750"/>
              <a:gd name="connsiteX2" fmla="*/ 1621631 w 1622936"/>
              <a:gd name="connsiteY2" fmla="*/ 523874 h 1236750"/>
              <a:gd name="connsiteX3" fmla="*/ 1323974 w 1622936"/>
              <a:gd name="connsiteY3" fmla="*/ 0 h 1236750"/>
              <a:gd name="connsiteX4" fmla="*/ 923925 w 1622936"/>
              <a:gd name="connsiteY4" fmla="*/ 426244 h 1236750"/>
              <a:gd name="connsiteX5" fmla="*/ 621506 w 1622936"/>
              <a:gd name="connsiteY5" fmla="*/ 771524 h 1236750"/>
              <a:gd name="connsiteX6" fmla="*/ 0 w 1622936"/>
              <a:gd name="connsiteY6" fmla="*/ 538161 h 1236750"/>
              <a:gd name="connsiteX0" fmla="*/ 0 w 1627932"/>
              <a:gd name="connsiteY0" fmla="*/ 538161 h 1227283"/>
              <a:gd name="connsiteX1" fmla="*/ 0 w 1627932"/>
              <a:gd name="connsiteY1" fmla="*/ 1066799 h 1227283"/>
              <a:gd name="connsiteX2" fmla="*/ 1621631 w 1627932"/>
              <a:gd name="connsiteY2" fmla="*/ 523874 h 1227283"/>
              <a:gd name="connsiteX3" fmla="*/ 1323974 w 1627932"/>
              <a:gd name="connsiteY3" fmla="*/ 0 h 1227283"/>
              <a:gd name="connsiteX4" fmla="*/ 923925 w 1627932"/>
              <a:gd name="connsiteY4" fmla="*/ 426244 h 1227283"/>
              <a:gd name="connsiteX5" fmla="*/ 621506 w 1627932"/>
              <a:gd name="connsiteY5" fmla="*/ 771524 h 1227283"/>
              <a:gd name="connsiteX6" fmla="*/ 0 w 1627932"/>
              <a:gd name="connsiteY6" fmla="*/ 538161 h 1227283"/>
              <a:gd name="connsiteX0" fmla="*/ 0 w 1627932"/>
              <a:gd name="connsiteY0" fmla="*/ 538161 h 1066799"/>
              <a:gd name="connsiteX1" fmla="*/ 0 w 1627932"/>
              <a:gd name="connsiteY1" fmla="*/ 1066799 h 1066799"/>
              <a:gd name="connsiteX2" fmla="*/ 1621631 w 1627932"/>
              <a:gd name="connsiteY2" fmla="*/ 523874 h 1066799"/>
              <a:gd name="connsiteX3" fmla="*/ 1323974 w 1627932"/>
              <a:gd name="connsiteY3" fmla="*/ 0 h 1066799"/>
              <a:gd name="connsiteX4" fmla="*/ 923925 w 1627932"/>
              <a:gd name="connsiteY4" fmla="*/ 426244 h 1066799"/>
              <a:gd name="connsiteX5" fmla="*/ 621506 w 1627932"/>
              <a:gd name="connsiteY5" fmla="*/ 771524 h 1066799"/>
              <a:gd name="connsiteX6" fmla="*/ 0 w 1627932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134969"/>
              <a:gd name="connsiteX1" fmla="*/ 0 w 1627647"/>
              <a:gd name="connsiteY1" fmla="*/ 1066799 h 1134969"/>
              <a:gd name="connsiteX2" fmla="*/ 1621631 w 1627647"/>
              <a:gd name="connsiteY2" fmla="*/ 523874 h 1134969"/>
              <a:gd name="connsiteX3" fmla="*/ 1323974 w 1627647"/>
              <a:gd name="connsiteY3" fmla="*/ 0 h 1134969"/>
              <a:gd name="connsiteX4" fmla="*/ 923925 w 1627647"/>
              <a:gd name="connsiteY4" fmla="*/ 426244 h 1134969"/>
              <a:gd name="connsiteX5" fmla="*/ 621506 w 1627647"/>
              <a:gd name="connsiteY5" fmla="*/ 771524 h 1134969"/>
              <a:gd name="connsiteX6" fmla="*/ 0 w 1627647"/>
              <a:gd name="connsiteY6" fmla="*/ 538161 h 1134969"/>
              <a:gd name="connsiteX0" fmla="*/ 0 w 1627647"/>
              <a:gd name="connsiteY0" fmla="*/ 538161 h 1213483"/>
              <a:gd name="connsiteX1" fmla="*/ 0 w 1627647"/>
              <a:gd name="connsiteY1" fmla="*/ 1066799 h 1213483"/>
              <a:gd name="connsiteX2" fmla="*/ 1621631 w 1627647"/>
              <a:gd name="connsiteY2" fmla="*/ 523874 h 1213483"/>
              <a:gd name="connsiteX3" fmla="*/ 1323974 w 1627647"/>
              <a:gd name="connsiteY3" fmla="*/ 0 h 1213483"/>
              <a:gd name="connsiteX4" fmla="*/ 923925 w 1627647"/>
              <a:gd name="connsiteY4" fmla="*/ 426244 h 1213483"/>
              <a:gd name="connsiteX5" fmla="*/ 621506 w 1627647"/>
              <a:gd name="connsiteY5" fmla="*/ 771524 h 1213483"/>
              <a:gd name="connsiteX6" fmla="*/ 0 w 1627647"/>
              <a:gd name="connsiteY6" fmla="*/ 538161 h 1213483"/>
              <a:gd name="connsiteX0" fmla="*/ 0 w 1627647"/>
              <a:gd name="connsiteY0" fmla="*/ 538161 h 1190326"/>
              <a:gd name="connsiteX1" fmla="*/ 0 w 1627647"/>
              <a:gd name="connsiteY1" fmla="*/ 1066799 h 1190326"/>
              <a:gd name="connsiteX2" fmla="*/ 1621631 w 1627647"/>
              <a:gd name="connsiteY2" fmla="*/ 523874 h 1190326"/>
              <a:gd name="connsiteX3" fmla="*/ 1323974 w 1627647"/>
              <a:gd name="connsiteY3" fmla="*/ 0 h 1190326"/>
              <a:gd name="connsiteX4" fmla="*/ 923925 w 1627647"/>
              <a:gd name="connsiteY4" fmla="*/ 426244 h 1190326"/>
              <a:gd name="connsiteX5" fmla="*/ 621506 w 1627647"/>
              <a:gd name="connsiteY5" fmla="*/ 771524 h 1190326"/>
              <a:gd name="connsiteX6" fmla="*/ 0 w 1627647"/>
              <a:gd name="connsiteY6" fmla="*/ 538161 h 1190326"/>
              <a:gd name="connsiteX0" fmla="*/ 0 w 1627647"/>
              <a:gd name="connsiteY0" fmla="*/ 538161 h 1219698"/>
              <a:gd name="connsiteX1" fmla="*/ 0 w 1627647"/>
              <a:gd name="connsiteY1" fmla="*/ 1066799 h 1219698"/>
              <a:gd name="connsiteX2" fmla="*/ 1621631 w 1627647"/>
              <a:gd name="connsiteY2" fmla="*/ 523874 h 1219698"/>
              <a:gd name="connsiteX3" fmla="*/ 1323974 w 1627647"/>
              <a:gd name="connsiteY3" fmla="*/ 0 h 1219698"/>
              <a:gd name="connsiteX4" fmla="*/ 923925 w 1627647"/>
              <a:gd name="connsiteY4" fmla="*/ 426244 h 1219698"/>
              <a:gd name="connsiteX5" fmla="*/ 621506 w 1627647"/>
              <a:gd name="connsiteY5" fmla="*/ 771524 h 1219698"/>
              <a:gd name="connsiteX6" fmla="*/ 0 w 1627647"/>
              <a:gd name="connsiteY6" fmla="*/ 538161 h 1219698"/>
              <a:gd name="connsiteX0" fmla="*/ 0 w 1627647"/>
              <a:gd name="connsiteY0" fmla="*/ 538161 h 1232307"/>
              <a:gd name="connsiteX1" fmla="*/ 0 w 1627647"/>
              <a:gd name="connsiteY1" fmla="*/ 1066799 h 1232307"/>
              <a:gd name="connsiteX2" fmla="*/ 1621631 w 1627647"/>
              <a:gd name="connsiteY2" fmla="*/ 523874 h 1232307"/>
              <a:gd name="connsiteX3" fmla="*/ 1323974 w 1627647"/>
              <a:gd name="connsiteY3" fmla="*/ 0 h 1232307"/>
              <a:gd name="connsiteX4" fmla="*/ 923925 w 1627647"/>
              <a:gd name="connsiteY4" fmla="*/ 426244 h 1232307"/>
              <a:gd name="connsiteX5" fmla="*/ 621506 w 1627647"/>
              <a:gd name="connsiteY5" fmla="*/ 771524 h 1232307"/>
              <a:gd name="connsiteX6" fmla="*/ 0 w 1627647"/>
              <a:gd name="connsiteY6" fmla="*/ 538161 h 1232307"/>
              <a:gd name="connsiteX0" fmla="*/ 0 w 1627647"/>
              <a:gd name="connsiteY0" fmla="*/ 538161 h 1217230"/>
              <a:gd name="connsiteX1" fmla="*/ 0 w 1627647"/>
              <a:gd name="connsiteY1" fmla="*/ 1066799 h 1217230"/>
              <a:gd name="connsiteX2" fmla="*/ 1621631 w 1627647"/>
              <a:gd name="connsiteY2" fmla="*/ 523874 h 1217230"/>
              <a:gd name="connsiteX3" fmla="*/ 1323974 w 1627647"/>
              <a:gd name="connsiteY3" fmla="*/ 0 h 1217230"/>
              <a:gd name="connsiteX4" fmla="*/ 923925 w 1627647"/>
              <a:gd name="connsiteY4" fmla="*/ 426244 h 1217230"/>
              <a:gd name="connsiteX5" fmla="*/ 621506 w 1627647"/>
              <a:gd name="connsiteY5" fmla="*/ 771524 h 1217230"/>
              <a:gd name="connsiteX6" fmla="*/ 0 w 1627647"/>
              <a:gd name="connsiteY6" fmla="*/ 538161 h 1217230"/>
              <a:gd name="connsiteX0" fmla="*/ 0 w 1627647"/>
              <a:gd name="connsiteY0" fmla="*/ 538161 h 1188997"/>
              <a:gd name="connsiteX1" fmla="*/ 0 w 1627647"/>
              <a:gd name="connsiteY1" fmla="*/ 1066799 h 1188997"/>
              <a:gd name="connsiteX2" fmla="*/ 1621631 w 1627647"/>
              <a:gd name="connsiteY2" fmla="*/ 523874 h 1188997"/>
              <a:gd name="connsiteX3" fmla="*/ 1323974 w 1627647"/>
              <a:gd name="connsiteY3" fmla="*/ 0 h 1188997"/>
              <a:gd name="connsiteX4" fmla="*/ 923925 w 1627647"/>
              <a:gd name="connsiteY4" fmla="*/ 426244 h 1188997"/>
              <a:gd name="connsiteX5" fmla="*/ 621506 w 1627647"/>
              <a:gd name="connsiteY5" fmla="*/ 771524 h 1188997"/>
              <a:gd name="connsiteX6" fmla="*/ 0 w 1627647"/>
              <a:gd name="connsiteY6" fmla="*/ 538161 h 1188997"/>
              <a:gd name="connsiteX0" fmla="*/ 0 w 1627647"/>
              <a:gd name="connsiteY0" fmla="*/ 538161 h 1216261"/>
              <a:gd name="connsiteX1" fmla="*/ 0 w 1627647"/>
              <a:gd name="connsiteY1" fmla="*/ 1066799 h 1216261"/>
              <a:gd name="connsiteX2" fmla="*/ 1621631 w 1627647"/>
              <a:gd name="connsiteY2" fmla="*/ 523874 h 1216261"/>
              <a:gd name="connsiteX3" fmla="*/ 1323974 w 1627647"/>
              <a:gd name="connsiteY3" fmla="*/ 0 h 1216261"/>
              <a:gd name="connsiteX4" fmla="*/ 923925 w 1627647"/>
              <a:gd name="connsiteY4" fmla="*/ 426244 h 1216261"/>
              <a:gd name="connsiteX5" fmla="*/ 621506 w 1627647"/>
              <a:gd name="connsiteY5" fmla="*/ 771524 h 1216261"/>
              <a:gd name="connsiteX6" fmla="*/ 0 w 1627647"/>
              <a:gd name="connsiteY6" fmla="*/ 538161 h 1216261"/>
              <a:gd name="connsiteX0" fmla="*/ 0 w 1627647"/>
              <a:gd name="connsiteY0" fmla="*/ 538161 h 1206398"/>
              <a:gd name="connsiteX1" fmla="*/ 0 w 1627647"/>
              <a:gd name="connsiteY1" fmla="*/ 1066799 h 1206398"/>
              <a:gd name="connsiteX2" fmla="*/ 1621631 w 1627647"/>
              <a:gd name="connsiteY2" fmla="*/ 523874 h 1206398"/>
              <a:gd name="connsiteX3" fmla="*/ 1323974 w 1627647"/>
              <a:gd name="connsiteY3" fmla="*/ 0 h 1206398"/>
              <a:gd name="connsiteX4" fmla="*/ 923925 w 1627647"/>
              <a:gd name="connsiteY4" fmla="*/ 426244 h 1206398"/>
              <a:gd name="connsiteX5" fmla="*/ 621506 w 1627647"/>
              <a:gd name="connsiteY5" fmla="*/ 771524 h 1206398"/>
              <a:gd name="connsiteX6" fmla="*/ 0 w 1627647"/>
              <a:gd name="connsiteY6" fmla="*/ 538161 h 1206398"/>
              <a:gd name="connsiteX0" fmla="*/ 0 w 1627647"/>
              <a:gd name="connsiteY0" fmla="*/ 538161 h 1218880"/>
              <a:gd name="connsiteX1" fmla="*/ 0 w 1627647"/>
              <a:gd name="connsiteY1" fmla="*/ 1066799 h 1218880"/>
              <a:gd name="connsiteX2" fmla="*/ 1621631 w 1627647"/>
              <a:gd name="connsiteY2" fmla="*/ 523874 h 1218880"/>
              <a:gd name="connsiteX3" fmla="*/ 1323974 w 1627647"/>
              <a:gd name="connsiteY3" fmla="*/ 0 h 1218880"/>
              <a:gd name="connsiteX4" fmla="*/ 923925 w 1627647"/>
              <a:gd name="connsiteY4" fmla="*/ 426244 h 1218880"/>
              <a:gd name="connsiteX5" fmla="*/ 621506 w 1627647"/>
              <a:gd name="connsiteY5" fmla="*/ 771524 h 1218880"/>
              <a:gd name="connsiteX6" fmla="*/ 0 w 1627647"/>
              <a:gd name="connsiteY6" fmla="*/ 538161 h 1218880"/>
              <a:gd name="connsiteX0" fmla="*/ 0 w 1627647"/>
              <a:gd name="connsiteY0" fmla="*/ 538161 h 1211596"/>
              <a:gd name="connsiteX1" fmla="*/ 0 w 1627647"/>
              <a:gd name="connsiteY1" fmla="*/ 1066799 h 1211596"/>
              <a:gd name="connsiteX2" fmla="*/ 1621631 w 1627647"/>
              <a:gd name="connsiteY2" fmla="*/ 523874 h 1211596"/>
              <a:gd name="connsiteX3" fmla="*/ 1323974 w 1627647"/>
              <a:gd name="connsiteY3" fmla="*/ 0 h 1211596"/>
              <a:gd name="connsiteX4" fmla="*/ 923925 w 1627647"/>
              <a:gd name="connsiteY4" fmla="*/ 426244 h 1211596"/>
              <a:gd name="connsiteX5" fmla="*/ 621506 w 1627647"/>
              <a:gd name="connsiteY5" fmla="*/ 771524 h 1211596"/>
              <a:gd name="connsiteX6" fmla="*/ 0 w 1627647"/>
              <a:gd name="connsiteY6" fmla="*/ 538161 h 1211596"/>
              <a:gd name="connsiteX0" fmla="*/ 0 w 1627647"/>
              <a:gd name="connsiteY0" fmla="*/ 538161 h 1217962"/>
              <a:gd name="connsiteX1" fmla="*/ 0 w 1627647"/>
              <a:gd name="connsiteY1" fmla="*/ 1066799 h 1217962"/>
              <a:gd name="connsiteX2" fmla="*/ 1621631 w 1627647"/>
              <a:gd name="connsiteY2" fmla="*/ 523874 h 1217962"/>
              <a:gd name="connsiteX3" fmla="*/ 1323974 w 1627647"/>
              <a:gd name="connsiteY3" fmla="*/ 0 h 1217962"/>
              <a:gd name="connsiteX4" fmla="*/ 923925 w 1627647"/>
              <a:gd name="connsiteY4" fmla="*/ 426244 h 1217962"/>
              <a:gd name="connsiteX5" fmla="*/ 621506 w 1627647"/>
              <a:gd name="connsiteY5" fmla="*/ 771524 h 1217962"/>
              <a:gd name="connsiteX6" fmla="*/ 0 w 1627647"/>
              <a:gd name="connsiteY6" fmla="*/ 538161 h 1217962"/>
              <a:gd name="connsiteX0" fmla="*/ 0 w 1627647"/>
              <a:gd name="connsiteY0" fmla="*/ 538161 h 1218399"/>
              <a:gd name="connsiteX1" fmla="*/ 0 w 1627647"/>
              <a:gd name="connsiteY1" fmla="*/ 1066799 h 1218399"/>
              <a:gd name="connsiteX2" fmla="*/ 1621631 w 1627647"/>
              <a:gd name="connsiteY2" fmla="*/ 523874 h 1218399"/>
              <a:gd name="connsiteX3" fmla="*/ 1323974 w 1627647"/>
              <a:gd name="connsiteY3" fmla="*/ 0 h 1218399"/>
              <a:gd name="connsiteX4" fmla="*/ 923925 w 1627647"/>
              <a:gd name="connsiteY4" fmla="*/ 426244 h 1218399"/>
              <a:gd name="connsiteX5" fmla="*/ 621506 w 1627647"/>
              <a:gd name="connsiteY5" fmla="*/ 771524 h 1218399"/>
              <a:gd name="connsiteX6" fmla="*/ 0 w 1627647"/>
              <a:gd name="connsiteY6" fmla="*/ 538161 h 121839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23925 w 1627647"/>
              <a:gd name="connsiteY4" fmla="*/ 426244 h 1212839"/>
              <a:gd name="connsiteX5" fmla="*/ 621506 w 1627647"/>
              <a:gd name="connsiteY5" fmla="*/ 771524 h 1212839"/>
              <a:gd name="connsiteX6" fmla="*/ 0 w 1627647"/>
              <a:gd name="connsiteY6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1078707 w 1627647"/>
              <a:gd name="connsiteY4" fmla="*/ 257177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595313 w 1627647"/>
              <a:gd name="connsiteY4" fmla="*/ 185739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73932 w 1627647"/>
              <a:gd name="connsiteY4" fmla="*/ 85727 h 1212839"/>
              <a:gd name="connsiteX5" fmla="*/ 595313 w 1627647"/>
              <a:gd name="connsiteY5" fmla="*/ 185739 h 1212839"/>
              <a:gd name="connsiteX6" fmla="*/ 923925 w 1627647"/>
              <a:gd name="connsiteY6" fmla="*/ 426244 h 1212839"/>
              <a:gd name="connsiteX7" fmla="*/ 621506 w 1627647"/>
              <a:gd name="connsiteY7" fmla="*/ 771524 h 1212839"/>
              <a:gd name="connsiteX8" fmla="*/ 0 w 1627647"/>
              <a:gd name="connsiteY8" fmla="*/ 538161 h 1212839"/>
              <a:gd name="connsiteX0" fmla="*/ 0 w 1627647"/>
              <a:gd name="connsiteY0" fmla="*/ 745328 h 1420006"/>
              <a:gd name="connsiteX1" fmla="*/ 0 w 1627647"/>
              <a:gd name="connsiteY1" fmla="*/ 1273966 h 1420006"/>
              <a:gd name="connsiteX2" fmla="*/ 1621631 w 1627647"/>
              <a:gd name="connsiteY2" fmla="*/ 731041 h 1420006"/>
              <a:gd name="connsiteX3" fmla="*/ 1323974 w 1627647"/>
              <a:gd name="connsiteY3" fmla="*/ 207167 h 1420006"/>
              <a:gd name="connsiteX4" fmla="*/ 835820 w 1627647"/>
              <a:gd name="connsiteY4" fmla="*/ 0 h 1420006"/>
              <a:gd name="connsiteX5" fmla="*/ 595313 w 1627647"/>
              <a:gd name="connsiteY5" fmla="*/ 392906 h 1420006"/>
              <a:gd name="connsiteX6" fmla="*/ 923925 w 1627647"/>
              <a:gd name="connsiteY6" fmla="*/ 633411 h 1420006"/>
              <a:gd name="connsiteX7" fmla="*/ 621506 w 1627647"/>
              <a:gd name="connsiteY7" fmla="*/ 978691 h 1420006"/>
              <a:gd name="connsiteX8" fmla="*/ 0 w 1627647"/>
              <a:gd name="connsiteY8" fmla="*/ 745328 h 1420006"/>
              <a:gd name="connsiteX0" fmla="*/ 0 w 1591281"/>
              <a:gd name="connsiteY0" fmla="*/ 745328 h 1469663"/>
              <a:gd name="connsiteX1" fmla="*/ 0 w 1591281"/>
              <a:gd name="connsiteY1" fmla="*/ 1273966 h 1469663"/>
              <a:gd name="connsiteX2" fmla="*/ 1574006 w 1591281"/>
              <a:gd name="connsiteY2" fmla="*/ 928685 h 1469663"/>
              <a:gd name="connsiteX3" fmla="*/ 1323974 w 1591281"/>
              <a:gd name="connsiteY3" fmla="*/ 207167 h 1469663"/>
              <a:gd name="connsiteX4" fmla="*/ 835820 w 1591281"/>
              <a:gd name="connsiteY4" fmla="*/ 0 h 1469663"/>
              <a:gd name="connsiteX5" fmla="*/ 595313 w 1591281"/>
              <a:gd name="connsiteY5" fmla="*/ 392906 h 1469663"/>
              <a:gd name="connsiteX6" fmla="*/ 923925 w 1591281"/>
              <a:gd name="connsiteY6" fmla="*/ 633411 h 1469663"/>
              <a:gd name="connsiteX7" fmla="*/ 621506 w 1591281"/>
              <a:gd name="connsiteY7" fmla="*/ 978691 h 1469663"/>
              <a:gd name="connsiteX8" fmla="*/ 0 w 1591281"/>
              <a:gd name="connsiteY8" fmla="*/ 745328 h 1469663"/>
              <a:gd name="connsiteX0" fmla="*/ 0 w 1591281"/>
              <a:gd name="connsiteY0" fmla="*/ 745328 h 1425021"/>
              <a:gd name="connsiteX1" fmla="*/ 0 w 1591281"/>
              <a:gd name="connsiteY1" fmla="*/ 1273966 h 1425021"/>
              <a:gd name="connsiteX2" fmla="*/ 1574006 w 1591281"/>
              <a:gd name="connsiteY2" fmla="*/ 928685 h 1425021"/>
              <a:gd name="connsiteX3" fmla="*/ 1323974 w 1591281"/>
              <a:gd name="connsiteY3" fmla="*/ 207167 h 1425021"/>
              <a:gd name="connsiteX4" fmla="*/ 835820 w 1591281"/>
              <a:gd name="connsiteY4" fmla="*/ 0 h 1425021"/>
              <a:gd name="connsiteX5" fmla="*/ 595313 w 1591281"/>
              <a:gd name="connsiteY5" fmla="*/ 392906 h 1425021"/>
              <a:gd name="connsiteX6" fmla="*/ 923925 w 1591281"/>
              <a:gd name="connsiteY6" fmla="*/ 633411 h 1425021"/>
              <a:gd name="connsiteX7" fmla="*/ 621506 w 1591281"/>
              <a:gd name="connsiteY7" fmla="*/ 978691 h 1425021"/>
              <a:gd name="connsiteX8" fmla="*/ 0 w 1591281"/>
              <a:gd name="connsiteY8" fmla="*/ 745328 h 1425021"/>
              <a:gd name="connsiteX0" fmla="*/ 0 w 1622856"/>
              <a:gd name="connsiteY0" fmla="*/ 745328 h 1425021"/>
              <a:gd name="connsiteX1" fmla="*/ 0 w 1622856"/>
              <a:gd name="connsiteY1" fmla="*/ 1273966 h 1425021"/>
              <a:gd name="connsiteX2" fmla="*/ 1574006 w 1622856"/>
              <a:gd name="connsiteY2" fmla="*/ 928685 h 1425021"/>
              <a:gd name="connsiteX3" fmla="*/ 1323974 w 1622856"/>
              <a:gd name="connsiteY3" fmla="*/ 207167 h 1425021"/>
              <a:gd name="connsiteX4" fmla="*/ 835820 w 1622856"/>
              <a:gd name="connsiteY4" fmla="*/ 0 h 1425021"/>
              <a:gd name="connsiteX5" fmla="*/ 595313 w 1622856"/>
              <a:gd name="connsiteY5" fmla="*/ 392906 h 1425021"/>
              <a:gd name="connsiteX6" fmla="*/ 923925 w 1622856"/>
              <a:gd name="connsiteY6" fmla="*/ 633411 h 1425021"/>
              <a:gd name="connsiteX7" fmla="*/ 621506 w 1622856"/>
              <a:gd name="connsiteY7" fmla="*/ 978691 h 1425021"/>
              <a:gd name="connsiteX8" fmla="*/ 0 w 1622856"/>
              <a:gd name="connsiteY8" fmla="*/ 745328 h 1425021"/>
              <a:gd name="connsiteX0" fmla="*/ 0 w 1608710"/>
              <a:gd name="connsiteY0" fmla="*/ 745328 h 1425021"/>
              <a:gd name="connsiteX1" fmla="*/ 0 w 1608710"/>
              <a:gd name="connsiteY1" fmla="*/ 1273966 h 1425021"/>
              <a:gd name="connsiteX2" fmla="*/ 1574006 w 1608710"/>
              <a:gd name="connsiteY2" fmla="*/ 928685 h 1425021"/>
              <a:gd name="connsiteX3" fmla="*/ 1264443 w 1608710"/>
              <a:gd name="connsiteY3" fmla="*/ 166686 h 1425021"/>
              <a:gd name="connsiteX4" fmla="*/ 835820 w 1608710"/>
              <a:gd name="connsiteY4" fmla="*/ 0 h 1425021"/>
              <a:gd name="connsiteX5" fmla="*/ 595313 w 1608710"/>
              <a:gd name="connsiteY5" fmla="*/ 392906 h 1425021"/>
              <a:gd name="connsiteX6" fmla="*/ 923925 w 1608710"/>
              <a:gd name="connsiteY6" fmla="*/ 633411 h 1425021"/>
              <a:gd name="connsiteX7" fmla="*/ 621506 w 1608710"/>
              <a:gd name="connsiteY7" fmla="*/ 978691 h 1425021"/>
              <a:gd name="connsiteX8" fmla="*/ 0 w 1608710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709613 w 1623138"/>
              <a:gd name="connsiteY5" fmla="*/ 207169 h 1425021"/>
              <a:gd name="connsiteX6" fmla="*/ 595313 w 1623138"/>
              <a:gd name="connsiteY6" fmla="*/ 392906 h 1425021"/>
              <a:gd name="connsiteX7" fmla="*/ 923925 w 1623138"/>
              <a:gd name="connsiteY7" fmla="*/ 633411 h 1425021"/>
              <a:gd name="connsiteX8" fmla="*/ 621506 w 1623138"/>
              <a:gd name="connsiteY8" fmla="*/ 978691 h 1425021"/>
              <a:gd name="connsiteX9" fmla="*/ 0 w 1623138"/>
              <a:gd name="connsiteY9" fmla="*/ 745328 h 1425021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421482 w 1623138"/>
              <a:gd name="connsiteY5" fmla="*/ 0 h 1477409"/>
              <a:gd name="connsiteX6" fmla="*/ 595313 w 1623138"/>
              <a:gd name="connsiteY6" fmla="*/ 445294 h 1477409"/>
              <a:gd name="connsiteX7" fmla="*/ 923925 w 1623138"/>
              <a:gd name="connsiteY7" fmla="*/ 685799 h 1477409"/>
              <a:gd name="connsiteX8" fmla="*/ 621506 w 1623138"/>
              <a:gd name="connsiteY8" fmla="*/ 1031079 h 1477409"/>
              <a:gd name="connsiteX9" fmla="*/ 0 w 1623138"/>
              <a:gd name="connsiteY9" fmla="*/ 797716 h 1477409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654844 w 1623138"/>
              <a:gd name="connsiteY5" fmla="*/ 26194 h 1477409"/>
              <a:gd name="connsiteX6" fmla="*/ 421482 w 1623138"/>
              <a:gd name="connsiteY6" fmla="*/ 0 h 1477409"/>
              <a:gd name="connsiteX7" fmla="*/ 595313 w 1623138"/>
              <a:gd name="connsiteY7" fmla="*/ 445294 h 1477409"/>
              <a:gd name="connsiteX8" fmla="*/ 923925 w 1623138"/>
              <a:gd name="connsiteY8" fmla="*/ 685799 h 1477409"/>
              <a:gd name="connsiteX9" fmla="*/ 621506 w 1623138"/>
              <a:gd name="connsiteY9" fmla="*/ 1031079 h 1477409"/>
              <a:gd name="connsiteX10" fmla="*/ 0 w 1623138"/>
              <a:gd name="connsiteY10" fmla="*/ 797716 h 1477409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652572"/>
              <a:gd name="connsiteX1" fmla="*/ 0 w 1623138"/>
              <a:gd name="connsiteY1" fmla="*/ 1647822 h 1652572"/>
              <a:gd name="connsiteX2" fmla="*/ 1574006 w 1623138"/>
              <a:gd name="connsiteY2" fmla="*/ 1302541 h 1652572"/>
              <a:gd name="connsiteX3" fmla="*/ 1264443 w 1623138"/>
              <a:gd name="connsiteY3" fmla="*/ 540542 h 1652572"/>
              <a:gd name="connsiteX4" fmla="*/ 835820 w 1623138"/>
              <a:gd name="connsiteY4" fmla="*/ 373856 h 1652572"/>
              <a:gd name="connsiteX5" fmla="*/ 807244 w 1623138"/>
              <a:gd name="connsiteY5" fmla="*/ 0 h 1652572"/>
              <a:gd name="connsiteX6" fmla="*/ 421482 w 1623138"/>
              <a:gd name="connsiteY6" fmla="*/ 321468 h 1652572"/>
              <a:gd name="connsiteX7" fmla="*/ 595313 w 1623138"/>
              <a:gd name="connsiteY7" fmla="*/ 766762 h 1652572"/>
              <a:gd name="connsiteX8" fmla="*/ 923925 w 1623138"/>
              <a:gd name="connsiteY8" fmla="*/ 1007267 h 1652572"/>
              <a:gd name="connsiteX9" fmla="*/ 621506 w 1623138"/>
              <a:gd name="connsiteY9" fmla="*/ 1352547 h 1652572"/>
              <a:gd name="connsiteX10" fmla="*/ 0 w 1623138"/>
              <a:gd name="connsiteY10" fmla="*/ 1119184 h 1652572"/>
              <a:gd name="connsiteX0" fmla="*/ 0 w 1627271"/>
              <a:gd name="connsiteY0" fmla="*/ 1119184 h 1712926"/>
              <a:gd name="connsiteX1" fmla="*/ 0 w 1627271"/>
              <a:gd name="connsiteY1" fmla="*/ 1647822 h 1712926"/>
              <a:gd name="connsiteX2" fmla="*/ 1574006 w 1627271"/>
              <a:gd name="connsiteY2" fmla="*/ 1302541 h 1712926"/>
              <a:gd name="connsiteX3" fmla="*/ 1264443 w 1627271"/>
              <a:gd name="connsiteY3" fmla="*/ 540542 h 1712926"/>
              <a:gd name="connsiteX4" fmla="*/ 835820 w 1627271"/>
              <a:gd name="connsiteY4" fmla="*/ 373856 h 1712926"/>
              <a:gd name="connsiteX5" fmla="*/ 807244 w 1627271"/>
              <a:gd name="connsiteY5" fmla="*/ 0 h 1712926"/>
              <a:gd name="connsiteX6" fmla="*/ 421482 w 1627271"/>
              <a:gd name="connsiteY6" fmla="*/ 321468 h 1712926"/>
              <a:gd name="connsiteX7" fmla="*/ 595313 w 1627271"/>
              <a:gd name="connsiteY7" fmla="*/ 766762 h 1712926"/>
              <a:gd name="connsiteX8" fmla="*/ 923925 w 1627271"/>
              <a:gd name="connsiteY8" fmla="*/ 1007267 h 1712926"/>
              <a:gd name="connsiteX9" fmla="*/ 621506 w 1627271"/>
              <a:gd name="connsiteY9" fmla="*/ 1352547 h 1712926"/>
              <a:gd name="connsiteX10" fmla="*/ 0 w 1627271"/>
              <a:gd name="connsiteY10" fmla="*/ 1119184 h 1712926"/>
              <a:gd name="connsiteX0" fmla="*/ 0 w 1627271"/>
              <a:gd name="connsiteY0" fmla="*/ 1119184 h 1797816"/>
              <a:gd name="connsiteX1" fmla="*/ 0 w 1627271"/>
              <a:gd name="connsiteY1" fmla="*/ 1647822 h 1797816"/>
              <a:gd name="connsiteX2" fmla="*/ 1574006 w 1627271"/>
              <a:gd name="connsiteY2" fmla="*/ 1302541 h 1797816"/>
              <a:gd name="connsiteX3" fmla="*/ 1264443 w 1627271"/>
              <a:gd name="connsiteY3" fmla="*/ 540542 h 1797816"/>
              <a:gd name="connsiteX4" fmla="*/ 835820 w 1627271"/>
              <a:gd name="connsiteY4" fmla="*/ 373856 h 1797816"/>
              <a:gd name="connsiteX5" fmla="*/ 807244 w 1627271"/>
              <a:gd name="connsiteY5" fmla="*/ 0 h 1797816"/>
              <a:gd name="connsiteX6" fmla="*/ 421482 w 1627271"/>
              <a:gd name="connsiteY6" fmla="*/ 321468 h 1797816"/>
              <a:gd name="connsiteX7" fmla="*/ 595313 w 1627271"/>
              <a:gd name="connsiteY7" fmla="*/ 766762 h 1797816"/>
              <a:gd name="connsiteX8" fmla="*/ 923925 w 1627271"/>
              <a:gd name="connsiteY8" fmla="*/ 1007267 h 1797816"/>
              <a:gd name="connsiteX9" fmla="*/ 621506 w 1627271"/>
              <a:gd name="connsiteY9" fmla="*/ 1352547 h 1797816"/>
              <a:gd name="connsiteX10" fmla="*/ 0 w 1627271"/>
              <a:gd name="connsiteY10" fmla="*/ 1119184 h 1797816"/>
              <a:gd name="connsiteX0" fmla="*/ 0 w 1622231"/>
              <a:gd name="connsiteY0" fmla="*/ 1119184 h 1773253"/>
              <a:gd name="connsiteX1" fmla="*/ 0 w 1622231"/>
              <a:gd name="connsiteY1" fmla="*/ 1647822 h 1773253"/>
              <a:gd name="connsiteX2" fmla="*/ 1574006 w 1622231"/>
              <a:gd name="connsiteY2" fmla="*/ 1302541 h 1773253"/>
              <a:gd name="connsiteX3" fmla="*/ 1264443 w 1622231"/>
              <a:gd name="connsiteY3" fmla="*/ 540542 h 1773253"/>
              <a:gd name="connsiteX4" fmla="*/ 835820 w 1622231"/>
              <a:gd name="connsiteY4" fmla="*/ 373856 h 1773253"/>
              <a:gd name="connsiteX5" fmla="*/ 807244 w 1622231"/>
              <a:gd name="connsiteY5" fmla="*/ 0 h 1773253"/>
              <a:gd name="connsiteX6" fmla="*/ 421482 w 1622231"/>
              <a:gd name="connsiteY6" fmla="*/ 321468 h 1773253"/>
              <a:gd name="connsiteX7" fmla="*/ 595313 w 1622231"/>
              <a:gd name="connsiteY7" fmla="*/ 766762 h 1773253"/>
              <a:gd name="connsiteX8" fmla="*/ 923925 w 1622231"/>
              <a:gd name="connsiteY8" fmla="*/ 1007267 h 1773253"/>
              <a:gd name="connsiteX9" fmla="*/ 621506 w 1622231"/>
              <a:gd name="connsiteY9" fmla="*/ 1352547 h 1773253"/>
              <a:gd name="connsiteX10" fmla="*/ 0 w 1622231"/>
              <a:gd name="connsiteY10" fmla="*/ 1119184 h 1773253"/>
              <a:gd name="connsiteX0" fmla="*/ 0 w 1622231"/>
              <a:gd name="connsiteY0" fmla="*/ 1119184 h 1800701"/>
              <a:gd name="connsiteX1" fmla="*/ 0 w 1622231"/>
              <a:gd name="connsiteY1" fmla="*/ 1647822 h 1800701"/>
              <a:gd name="connsiteX2" fmla="*/ 1574006 w 1622231"/>
              <a:gd name="connsiteY2" fmla="*/ 1302541 h 1800701"/>
              <a:gd name="connsiteX3" fmla="*/ 1264443 w 1622231"/>
              <a:gd name="connsiteY3" fmla="*/ 540542 h 1800701"/>
              <a:gd name="connsiteX4" fmla="*/ 835820 w 1622231"/>
              <a:gd name="connsiteY4" fmla="*/ 373856 h 1800701"/>
              <a:gd name="connsiteX5" fmla="*/ 807244 w 1622231"/>
              <a:gd name="connsiteY5" fmla="*/ 0 h 1800701"/>
              <a:gd name="connsiteX6" fmla="*/ 421482 w 1622231"/>
              <a:gd name="connsiteY6" fmla="*/ 321468 h 1800701"/>
              <a:gd name="connsiteX7" fmla="*/ 595313 w 1622231"/>
              <a:gd name="connsiteY7" fmla="*/ 766762 h 1800701"/>
              <a:gd name="connsiteX8" fmla="*/ 923925 w 1622231"/>
              <a:gd name="connsiteY8" fmla="*/ 1007267 h 1800701"/>
              <a:gd name="connsiteX9" fmla="*/ 621506 w 1622231"/>
              <a:gd name="connsiteY9" fmla="*/ 1352547 h 1800701"/>
              <a:gd name="connsiteX10" fmla="*/ 0 w 1622231"/>
              <a:gd name="connsiteY10" fmla="*/ 1119184 h 1800701"/>
              <a:gd name="connsiteX0" fmla="*/ 0 w 1552023"/>
              <a:gd name="connsiteY0" fmla="*/ 1119184 h 1859749"/>
              <a:gd name="connsiteX1" fmla="*/ 0 w 1552023"/>
              <a:gd name="connsiteY1" fmla="*/ 1647822 h 1859749"/>
              <a:gd name="connsiteX2" fmla="*/ 1462087 w 1552023"/>
              <a:gd name="connsiteY2" fmla="*/ 1469229 h 1859749"/>
              <a:gd name="connsiteX3" fmla="*/ 1264443 w 1552023"/>
              <a:gd name="connsiteY3" fmla="*/ 540542 h 1859749"/>
              <a:gd name="connsiteX4" fmla="*/ 835820 w 1552023"/>
              <a:gd name="connsiteY4" fmla="*/ 373856 h 1859749"/>
              <a:gd name="connsiteX5" fmla="*/ 807244 w 1552023"/>
              <a:gd name="connsiteY5" fmla="*/ 0 h 1859749"/>
              <a:gd name="connsiteX6" fmla="*/ 421482 w 1552023"/>
              <a:gd name="connsiteY6" fmla="*/ 321468 h 1859749"/>
              <a:gd name="connsiteX7" fmla="*/ 595313 w 1552023"/>
              <a:gd name="connsiteY7" fmla="*/ 766762 h 1859749"/>
              <a:gd name="connsiteX8" fmla="*/ 923925 w 1552023"/>
              <a:gd name="connsiteY8" fmla="*/ 1007267 h 1859749"/>
              <a:gd name="connsiteX9" fmla="*/ 621506 w 1552023"/>
              <a:gd name="connsiteY9" fmla="*/ 1352547 h 1859749"/>
              <a:gd name="connsiteX10" fmla="*/ 0 w 1552023"/>
              <a:gd name="connsiteY10" fmla="*/ 1119184 h 1859749"/>
              <a:gd name="connsiteX0" fmla="*/ 0 w 1571973"/>
              <a:gd name="connsiteY0" fmla="*/ 1119184 h 1800114"/>
              <a:gd name="connsiteX1" fmla="*/ 0 w 1571973"/>
              <a:gd name="connsiteY1" fmla="*/ 1647822 h 1800114"/>
              <a:gd name="connsiteX2" fmla="*/ 1462087 w 1571973"/>
              <a:gd name="connsiteY2" fmla="*/ 1469229 h 1800114"/>
              <a:gd name="connsiteX3" fmla="*/ 1264443 w 1571973"/>
              <a:gd name="connsiteY3" fmla="*/ 540542 h 1800114"/>
              <a:gd name="connsiteX4" fmla="*/ 835820 w 1571973"/>
              <a:gd name="connsiteY4" fmla="*/ 373856 h 1800114"/>
              <a:gd name="connsiteX5" fmla="*/ 807244 w 1571973"/>
              <a:gd name="connsiteY5" fmla="*/ 0 h 1800114"/>
              <a:gd name="connsiteX6" fmla="*/ 421482 w 1571973"/>
              <a:gd name="connsiteY6" fmla="*/ 321468 h 1800114"/>
              <a:gd name="connsiteX7" fmla="*/ 595313 w 1571973"/>
              <a:gd name="connsiteY7" fmla="*/ 766762 h 1800114"/>
              <a:gd name="connsiteX8" fmla="*/ 923925 w 1571973"/>
              <a:gd name="connsiteY8" fmla="*/ 1007267 h 1800114"/>
              <a:gd name="connsiteX9" fmla="*/ 621506 w 1571973"/>
              <a:gd name="connsiteY9" fmla="*/ 1352547 h 1800114"/>
              <a:gd name="connsiteX10" fmla="*/ 0 w 1571973"/>
              <a:gd name="connsiteY10" fmla="*/ 1119184 h 1800114"/>
              <a:gd name="connsiteX0" fmla="*/ 0 w 1620477"/>
              <a:gd name="connsiteY0" fmla="*/ 1119184 h 1800815"/>
              <a:gd name="connsiteX1" fmla="*/ 0 w 1620477"/>
              <a:gd name="connsiteY1" fmla="*/ 1647822 h 1800815"/>
              <a:gd name="connsiteX2" fmla="*/ 1462087 w 1620477"/>
              <a:gd name="connsiteY2" fmla="*/ 1469229 h 1800815"/>
              <a:gd name="connsiteX3" fmla="*/ 1264443 w 1620477"/>
              <a:gd name="connsiteY3" fmla="*/ 540542 h 1800815"/>
              <a:gd name="connsiteX4" fmla="*/ 835820 w 1620477"/>
              <a:gd name="connsiteY4" fmla="*/ 373856 h 1800815"/>
              <a:gd name="connsiteX5" fmla="*/ 807244 w 1620477"/>
              <a:gd name="connsiteY5" fmla="*/ 0 h 1800815"/>
              <a:gd name="connsiteX6" fmla="*/ 421482 w 1620477"/>
              <a:gd name="connsiteY6" fmla="*/ 321468 h 1800815"/>
              <a:gd name="connsiteX7" fmla="*/ 595313 w 1620477"/>
              <a:gd name="connsiteY7" fmla="*/ 766762 h 1800815"/>
              <a:gd name="connsiteX8" fmla="*/ 923925 w 1620477"/>
              <a:gd name="connsiteY8" fmla="*/ 1007267 h 1800815"/>
              <a:gd name="connsiteX9" fmla="*/ 621506 w 1620477"/>
              <a:gd name="connsiteY9" fmla="*/ 1352547 h 1800815"/>
              <a:gd name="connsiteX10" fmla="*/ 0 w 1620477"/>
              <a:gd name="connsiteY10" fmla="*/ 1119184 h 1800815"/>
              <a:gd name="connsiteX0" fmla="*/ 0 w 1629436"/>
              <a:gd name="connsiteY0" fmla="*/ 1119184 h 1799377"/>
              <a:gd name="connsiteX1" fmla="*/ 0 w 1629436"/>
              <a:gd name="connsiteY1" fmla="*/ 1647822 h 1799377"/>
              <a:gd name="connsiteX2" fmla="*/ 1476374 w 1629436"/>
              <a:gd name="connsiteY2" fmla="*/ 1464467 h 1799377"/>
              <a:gd name="connsiteX3" fmla="*/ 1264443 w 1629436"/>
              <a:gd name="connsiteY3" fmla="*/ 540542 h 1799377"/>
              <a:gd name="connsiteX4" fmla="*/ 835820 w 1629436"/>
              <a:gd name="connsiteY4" fmla="*/ 373856 h 1799377"/>
              <a:gd name="connsiteX5" fmla="*/ 807244 w 1629436"/>
              <a:gd name="connsiteY5" fmla="*/ 0 h 1799377"/>
              <a:gd name="connsiteX6" fmla="*/ 421482 w 1629436"/>
              <a:gd name="connsiteY6" fmla="*/ 321468 h 1799377"/>
              <a:gd name="connsiteX7" fmla="*/ 595313 w 1629436"/>
              <a:gd name="connsiteY7" fmla="*/ 766762 h 1799377"/>
              <a:gd name="connsiteX8" fmla="*/ 923925 w 1629436"/>
              <a:gd name="connsiteY8" fmla="*/ 1007267 h 1799377"/>
              <a:gd name="connsiteX9" fmla="*/ 621506 w 1629436"/>
              <a:gd name="connsiteY9" fmla="*/ 1352547 h 1799377"/>
              <a:gd name="connsiteX10" fmla="*/ 0 w 1629436"/>
              <a:gd name="connsiteY10" fmla="*/ 1119184 h 1799377"/>
              <a:gd name="connsiteX0" fmla="*/ 0 w 1606110"/>
              <a:gd name="connsiteY0" fmla="*/ 1119184 h 1796213"/>
              <a:gd name="connsiteX1" fmla="*/ 0 w 1606110"/>
              <a:gd name="connsiteY1" fmla="*/ 1647822 h 1796213"/>
              <a:gd name="connsiteX2" fmla="*/ 1476374 w 1606110"/>
              <a:gd name="connsiteY2" fmla="*/ 1464467 h 1796213"/>
              <a:gd name="connsiteX3" fmla="*/ 1264443 w 1606110"/>
              <a:gd name="connsiteY3" fmla="*/ 540542 h 1796213"/>
              <a:gd name="connsiteX4" fmla="*/ 835820 w 1606110"/>
              <a:gd name="connsiteY4" fmla="*/ 373856 h 1796213"/>
              <a:gd name="connsiteX5" fmla="*/ 807244 w 1606110"/>
              <a:gd name="connsiteY5" fmla="*/ 0 h 1796213"/>
              <a:gd name="connsiteX6" fmla="*/ 421482 w 1606110"/>
              <a:gd name="connsiteY6" fmla="*/ 321468 h 1796213"/>
              <a:gd name="connsiteX7" fmla="*/ 595313 w 1606110"/>
              <a:gd name="connsiteY7" fmla="*/ 766762 h 1796213"/>
              <a:gd name="connsiteX8" fmla="*/ 923925 w 1606110"/>
              <a:gd name="connsiteY8" fmla="*/ 1007267 h 1796213"/>
              <a:gd name="connsiteX9" fmla="*/ 621506 w 1606110"/>
              <a:gd name="connsiteY9" fmla="*/ 1352547 h 1796213"/>
              <a:gd name="connsiteX10" fmla="*/ 0 w 1606110"/>
              <a:gd name="connsiteY10" fmla="*/ 1119184 h 1796213"/>
              <a:gd name="connsiteX0" fmla="*/ 0 w 1625337"/>
              <a:gd name="connsiteY0" fmla="*/ 1119184 h 1796213"/>
              <a:gd name="connsiteX1" fmla="*/ 0 w 1625337"/>
              <a:gd name="connsiteY1" fmla="*/ 1647822 h 1796213"/>
              <a:gd name="connsiteX2" fmla="*/ 1476374 w 1625337"/>
              <a:gd name="connsiteY2" fmla="*/ 1464467 h 1796213"/>
              <a:gd name="connsiteX3" fmla="*/ 1264443 w 1625337"/>
              <a:gd name="connsiteY3" fmla="*/ 540542 h 1796213"/>
              <a:gd name="connsiteX4" fmla="*/ 835820 w 1625337"/>
              <a:gd name="connsiteY4" fmla="*/ 373856 h 1796213"/>
              <a:gd name="connsiteX5" fmla="*/ 807244 w 1625337"/>
              <a:gd name="connsiteY5" fmla="*/ 0 h 1796213"/>
              <a:gd name="connsiteX6" fmla="*/ 421482 w 1625337"/>
              <a:gd name="connsiteY6" fmla="*/ 321468 h 1796213"/>
              <a:gd name="connsiteX7" fmla="*/ 595313 w 1625337"/>
              <a:gd name="connsiteY7" fmla="*/ 766762 h 1796213"/>
              <a:gd name="connsiteX8" fmla="*/ 923925 w 1625337"/>
              <a:gd name="connsiteY8" fmla="*/ 1007267 h 1796213"/>
              <a:gd name="connsiteX9" fmla="*/ 621506 w 1625337"/>
              <a:gd name="connsiteY9" fmla="*/ 1352547 h 1796213"/>
              <a:gd name="connsiteX10" fmla="*/ 0 w 1625337"/>
              <a:gd name="connsiteY10" fmla="*/ 1119184 h 1796213"/>
              <a:gd name="connsiteX0" fmla="*/ 0 w 1625337"/>
              <a:gd name="connsiteY0" fmla="*/ 1119184 h 1803595"/>
              <a:gd name="connsiteX1" fmla="*/ 0 w 1625337"/>
              <a:gd name="connsiteY1" fmla="*/ 1647822 h 1803595"/>
              <a:gd name="connsiteX2" fmla="*/ 1476374 w 1625337"/>
              <a:gd name="connsiteY2" fmla="*/ 1464467 h 1803595"/>
              <a:gd name="connsiteX3" fmla="*/ 1264443 w 1625337"/>
              <a:gd name="connsiteY3" fmla="*/ 540542 h 1803595"/>
              <a:gd name="connsiteX4" fmla="*/ 835820 w 1625337"/>
              <a:gd name="connsiteY4" fmla="*/ 373856 h 1803595"/>
              <a:gd name="connsiteX5" fmla="*/ 807244 w 1625337"/>
              <a:gd name="connsiteY5" fmla="*/ 0 h 1803595"/>
              <a:gd name="connsiteX6" fmla="*/ 421482 w 1625337"/>
              <a:gd name="connsiteY6" fmla="*/ 321468 h 1803595"/>
              <a:gd name="connsiteX7" fmla="*/ 595313 w 1625337"/>
              <a:gd name="connsiteY7" fmla="*/ 766762 h 1803595"/>
              <a:gd name="connsiteX8" fmla="*/ 923925 w 1625337"/>
              <a:gd name="connsiteY8" fmla="*/ 1007267 h 1803595"/>
              <a:gd name="connsiteX9" fmla="*/ 621506 w 1625337"/>
              <a:gd name="connsiteY9" fmla="*/ 1352547 h 1803595"/>
              <a:gd name="connsiteX10" fmla="*/ 0 w 1625337"/>
              <a:gd name="connsiteY10" fmla="*/ 1119184 h 1803595"/>
              <a:gd name="connsiteX0" fmla="*/ 0 w 1625337"/>
              <a:gd name="connsiteY0" fmla="*/ 1119184 h 1799376"/>
              <a:gd name="connsiteX1" fmla="*/ 0 w 1625337"/>
              <a:gd name="connsiteY1" fmla="*/ 1647822 h 1799376"/>
              <a:gd name="connsiteX2" fmla="*/ 1476374 w 1625337"/>
              <a:gd name="connsiteY2" fmla="*/ 1464467 h 1799376"/>
              <a:gd name="connsiteX3" fmla="*/ 1264443 w 1625337"/>
              <a:gd name="connsiteY3" fmla="*/ 540542 h 1799376"/>
              <a:gd name="connsiteX4" fmla="*/ 835820 w 1625337"/>
              <a:gd name="connsiteY4" fmla="*/ 373856 h 1799376"/>
              <a:gd name="connsiteX5" fmla="*/ 807244 w 1625337"/>
              <a:gd name="connsiteY5" fmla="*/ 0 h 1799376"/>
              <a:gd name="connsiteX6" fmla="*/ 421482 w 1625337"/>
              <a:gd name="connsiteY6" fmla="*/ 321468 h 1799376"/>
              <a:gd name="connsiteX7" fmla="*/ 595313 w 1625337"/>
              <a:gd name="connsiteY7" fmla="*/ 766762 h 1799376"/>
              <a:gd name="connsiteX8" fmla="*/ 923925 w 1625337"/>
              <a:gd name="connsiteY8" fmla="*/ 1007267 h 1799376"/>
              <a:gd name="connsiteX9" fmla="*/ 621506 w 1625337"/>
              <a:gd name="connsiteY9" fmla="*/ 1352547 h 1799376"/>
              <a:gd name="connsiteX10" fmla="*/ 0 w 1625337"/>
              <a:gd name="connsiteY10" fmla="*/ 1119184 h 1799376"/>
              <a:gd name="connsiteX0" fmla="*/ 0 w 1635914"/>
              <a:gd name="connsiteY0" fmla="*/ 1119184 h 1799376"/>
              <a:gd name="connsiteX1" fmla="*/ 0 w 1635914"/>
              <a:gd name="connsiteY1" fmla="*/ 1647822 h 1799376"/>
              <a:gd name="connsiteX2" fmla="*/ 1476374 w 1635914"/>
              <a:gd name="connsiteY2" fmla="*/ 1464467 h 1799376"/>
              <a:gd name="connsiteX3" fmla="*/ 1264443 w 1635914"/>
              <a:gd name="connsiteY3" fmla="*/ 540542 h 1799376"/>
              <a:gd name="connsiteX4" fmla="*/ 835820 w 1635914"/>
              <a:gd name="connsiteY4" fmla="*/ 373856 h 1799376"/>
              <a:gd name="connsiteX5" fmla="*/ 807244 w 1635914"/>
              <a:gd name="connsiteY5" fmla="*/ 0 h 1799376"/>
              <a:gd name="connsiteX6" fmla="*/ 421482 w 1635914"/>
              <a:gd name="connsiteY6" fmla="*/ 321468 h 1799376"/>
              <a:gd name="connsiteX7" fmla="*/ 595313 w 1635914"/>
              <a:gd name="connsiteY7" fmla="*/ 766762 h 1799376"/>
              <a:gd name="connsiteX8" fmla="*/ 923925 w 1635914"/>
              <a:gd name="connsiteY8" fmla="*/ 1007267 h 1799376"/>
              <a:gd name="connsiteX9" fmla="*/ 621506 w 1635914"/>
              <a:gd name="connsiteY9" fmla="*/ 1352547 h 1799376"/>
              <a:gd name="connsiteX10" fmla="*/ 0 w 1635914"/>
              <a:gd name="connsiteY10" fmla="*/ 1119184 h 1799376"/>
              <a:gd name="connsiteX0" fmla="*/ 0 w 1720482"/>
              <a:gd name="connsiteY0" fmla="*/ 1119184 h 1772537"/>
              <a:gd name="connsiteX1" fmla="*/ 0 w 1720482"/>
              <a:gd name="connsiteY1" fmla="*/ 1647822 h 1772537"/>
              <a:gd name="connsiteX2" fmla="*/ 1476374 w 1720482"/>
              <a:gd name="connsiteY2" fmla="*/ 1464467 h 1772537"/>
              <a:gd name="connsiteX3" fmla="*/ 1397793 w 1720482"/>
              <a:gd name="connsiteY3" fmla="*/ 626267 h 1772537"/>
              <a:gd name="connsiteX4" fmla="*/ 835820 w 1720482"/>
              <a:gd name="connsiteY4" fmla="*/ 373856 h 1772537"/>
              <a:gd name="connsiteX5" fmla="*/ 807244 w 1720482"/>
              <a:gd name="connsiteY5" fmla="*/ 0 h 1772537"/>
              <a:gd name="connsiteX6" fmla="*/ 421482 w 1720482"/>
              <a:gd name="connsiteY6" fmla="*/ 321468 h 1772537"/>
              <a:gd name="connsiteX7" fmla="*/ 595313 w 1720482"/>
              <a:gd name="connsiteY7" fmla="*/ 766762 h 1772537"/>
              <a:gd name="connsiteX8" fmla="*/ 923925 w 1720482"/>
              <a:gd name="connsiteY8" fmla="*/ 1007267 h 1772537"/>
              <a:gd name="connsiteX9" fmla="*/ 621506 w 1720482"/>
              <a:gd name="connsiteY9" fmla="*/ 1352547 h 1772537"/>
              <a:gd name="connsiteX10" fmla="*/ 0 w 1720482"/>
              <a:gd name="connsiteY10" fmla="*/ 1119184 h 1772537"/>
              <a:gd name="connsiteX0" fmla="*/ 0 w 1630664"/>
              <a:gd name="connsiteY0" fmla="*/ 1119184 h 1772537"/>
              <a:gd name="connsiteX1" fmla="*/ 0 w 1630664"/>
              <a:gd name="connsiteY1" fmla="*/ 1647822 h 1772537"/>
              <a:gd name="connsiteX2" fmla="*/ 1476374 w 1630664"/>
              <a:gd name="connsiteY2" fmla="*/ 1464467 h 1772537"/>
              <a:gd name="connsiteX3" fmla="*/ 1397793 w 1630664"/>
              <a:gd name="connsiteY3" fmla="*/ 626267 h 1772537"/>
              <a:gd name="connsiteX4" fmla="*/ 835820 w 1630664"/>
              <a:gd name="connsiteY4" fmla="*/ 373856 h 1772537"/>
              <a:gd name="connsiteX5" fmla="*/ 807244 w 1630664"/>
              <a:gd name="connsiteY5" fmla="*/ 0 h 1772537"/>
              <a:gd name="connsiteX6" fmla="*/ 421482 w 1630664"/>
              <a:gd name="connsiteY6" fmla="*/ 321468 h 1772537"/>
              <a:gd name="connsiteX7" fmla="*/ 595313 w 1630664"/>
              <a:gd name="connsiteY7" fmla="*/ 766762 h 1772537"/>
              <a:gd name="connsiteX8" fmla="*/ 923925 w 1630664"/>
              <a:gd name="connsiteY8" fmla="*/ 1007267 h 1772537"/>
              <a:gd name="connsiteX9" fmla="*/ 621506 w 1630664"/>
              <a:gd name="connsiteY9" fmla="*/ 1352547 h 1772537"/>
              <a:gd name="connsiteX10" fmla="*/ 0 w 1630664"/>
              <a:gd name="connsiteY10" fmla="*/ 1119184 h 1772537"/>
              <a:gd name="connsiteX0" fmla="*/ 0 w 1615856"/>
              <a:gd name="connsiteY0" fmla="*/ 1119184 h 1800557"/>
              <a:gd name="connsiteX1" fmla="*/ 0 w 1615856"/>
              <a:gd name="connsiteY1" fmla="*/ 1647822 h 1800557"/>
              <a:gd name="connsiteX2" fmla="*/ 1476374 w 1615856"/>
              <a:gd name="connsiteY2" fmla="*/ 1464467 h 1800557"/>
              <a:gd name="connsiteX3" fmla="*/ 1397793 w 1615856"/>
              <a:gd name="connsiteY3" fmla="*/ 626267 h 1800557"/>
              <a:gd name="connsiteX4" fmla="*/ 835820 w 1615856"/>
              <a:gd name="connsiteY4" fmla="*/ 373856 h 1800557"/>
              <a:gd name="connsiteX5" fmla="*/ 807244 w 1615856"/>
              <a:gd name="connsiteY5" fmla="*/ 0 h 1800557"/>
              <a:gd name="connsiteX6" fmla="*/ 421482 w 1615856"/>
              <a:gd name="connsiteY6" fmla="*/ 321468 h 1800557"/>
              <a:gd name="connsiteX7" fmla="*/ 595313 w 1615856"/>
              <a:gd name="connsiteY7" fmla="*/ 766762 h 1800557"/>
              <a:gd name="connsiteX8" fmla="*/ 923925 w 1615856"/>
              <a:gd name="connsiteY8" fmla="*/ 1007267 h 1800557"/>
              <a:gd name="connsiteX9" fmla="*/ 621506 w 1615856"/>
              <a:gd name="connsiteY9" fmla="*/ 1352547 h 1800557"/>
              <a:gd name="connsiteX10" fmla="*/ 0 w 1615856"/>
              <a:gd name="connsiteY10" fmla="*/ 1119184 h 1800557"/>
              <a:gd name="connsiteX0" fmla="*/ 0 w 1626496"/>
              <a:gd name="connsiteY0" fmla="*/ 1119184 h 1800277"/>
              <a:gd name="connsiteX1" fmla="*/ 0 w 1626496"/>
              <a:gd name="connsiteY1" fmla="*/ 1647822 h 1800277"/>
              <a:gd name="connsiteX2" fmla="*/ 1476374 w 1626496"/>
              <a:gd name="connsiteY2" fmla="*/ 1464467 h 1800277"/>
              <a:gd name="connsiteX3" fmla="*/ 1397793 w 1626496"/>
              <a:gd name="connsiteY3" fmla="*/ 626267 h 1800277"/>
              <a:gd name="connsiteX4" fmla="*/ 835820 w 1626496"/>
              <a:gd name="connsiteY4" fmla="*/ 373856 h 1800277"/>
              <a:gd name="connsiteX5" fmla="*/ 807244 w 1626496"/>
              <a:gd name="connsiteY5" fmla="*/ 0 h 1800277"/>
              <a:gd name="connsiteX6" fmla="*/ 421482 w 1626496"/>
              <a:gd name="connsiteY6" fmla="*/ 321468 h 1800277"/>
              <a:gd name="connsiteX7" fmla="*/ 595313 w 1626496"/>
              <a:gd name="connsiteY7" fmla="*/ 766762 h 1800277"/>
              <a:gd name="connsiteX8" fmla="*/ 923925 w 1626496"/>
              <a:gd name="connsiteY8" fmla="*/ 1007267 h 1800277"/>
              <a:gd name="connsiteX9" fmla="*/ 621506 w 1626496"/>
              <a:gd name="connsiteY9" fmla="*/ 1352547 h 1800277"/>
              <a:gd name="connsiteX10" fmla="*/ 0 w 1626496"/>
              <a:gd name="connsiteY10" fmla="*/ 1119184 h 1800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496" h="1800277">
                <a:moveTo>
                  <a:pt x="0" y="1119184"/>
                </a:moveTo>
                <a:lnTo>
                  <a:pt x="0" y="1647822"/>
                </a:lnTo>
                <a:cubicBezTo>
                  <a:pt x="686196" y="1947462"/>
                  <a:pt x="1196953" y="1762179"/>
                  <a:pt x="1476374" y="1464467"/>
                </a:cubicBezTo>
                <a:cubicBezTo>
                  <a:pt x="1699180" y="1227076"/>
                  <a:pt x="1674781" y="817990"/>
                  <a:pt x="1397793" y="626267"/>
                </a:cubicBezTo>
                <a:cubicBezTo>
                  <a:pt x="1228944" y="509394"/>
                  <a:pt x="1023144" y="457993"/>
                  <a:pt x="835820" y="373856"/>
                </a:cubicBezTo>
                <a:cubicBezTo>
                  <a:pt x="676275" y="325437"/>
                  <a:pt x="542926" y="112711"/>
                  <a:pt x="807244" y="0"/>
                </a:cubicBezTo>
                <a:cubicBezTo>
                  <a:pt x="507207" y="50006"/>
                  <a:pt x="440530" y="235745"/>
                  <a:pt x="421482" y="321468"/>
                </a:cubicBezTo>
                <a:cubicBezTo>
                  <a:pt x="362745" y="574674"/>
                  <a:pt x="546894" y="723107"/>
                  <a:pt x="595313" y="766762"/>
                </a:cubicBezTo>
                <a:cubicBezTo>
                  <a:pt x="664369" y="835024"/>
                  <a:pt x="857250" y="884236"/>
                  <a:pt x="923925" y="1007267"/>
                </a:cubicBezTo>
                <a:cubicBezTo>
                  <a:pt x="992188" y="1158079"/>
                  <a:pt x="883541" y="1334500"/>
                  <a:pt x="621506" y="1352547"/>
                </a:cubicBezTo>
                <a:cubicBezTo>
                  <a:pt x="455755" y="1363963"/>
                  <a:pt x="205977" y="1265235"/>
                  <a:pt x="0" y="1119184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2" name="Freeform 31"/>
          <p:cNvSpPr/>
          <p:nvPr userDrawn="1"/>
        </p:nvSpPr>
        <p:spPr>
          <a:xfrm>
            <a:off x="9713139" y="1798273"/>
            <a:ext cx="387160" cy="224217"/>
          </a:xfrm>
          <a:custGeom>
            <a:avLst/>
            <a:gdLst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13690"/>
              <a:gd name="connsiteY0" fmla="*/ 635794 h 788194"/>
              <a:gd name="connsiteX1" fmla="*/ 1402556 w 1413690"/>
              <a:gd name="connsiteY1" fmla="*/ 64294 h 788194"/>
              <a:gd name="connsiteX2" fmla="*/ 547687 w 1413690"/>
              <a:gd name="connsiteY2" fmla="*/ 0 h 788194"/>
              <a:gd name="connsiteX3" fmla="*/ 14287 w 1413690"/>
              <a:gd name="connsiteY3" fmla="*/ 469106 h 788194"/>
              <a:gd name="connsiteX4" fmla="*/ 0 w 1413690"/>
              <a:gd name="connsiteY4" fmla="*/ 788194 h 788194"/>
              <a:gd name="connsiteX5" fmla="*/ 283368 w 1413690"/>
              <a:gd name="connsiteY5" fmla="*/ 438150 h 788194"/>
              <a:gd name="connsiteX6" fmla="*/ 821531 w 1413690"/>
              <a:gd name="connsiteY6" fmla="*/ 371475 h 788194"/>
              <a:gd name="connsiteX7" fmla="*/ 1404937 w 1413690"/>
              <a:gd name="connsiteY7" fmla="*/ 635794 h 788194"/>
              <a:gd name="connsiteX0" fmla="*/ 1404937 w 1417413"/>
              <a:gd name="connsiteY0" fmla="*/ 635794 h 788194"/>
              <a:gd name="connsiteX1" fmla="*/ 1402556 w 1417413"/>
              <a:gd name="connsiteY1" fmla="*/ 64294 h 788194"/>
              <a:gd name="connsiteX2" fmla="*/ 547687 w 1417413"/>
              <a:gd name="connsiteY2" fmla="*/ 0 h 788194"/>
              <a:gd name="connsiteX3" fmla="*/ 14287 w 1417413"/>
              <a:gd name="connsiteY3" fmla="*/ 469106 h 788194"/>
              <a:gd name="connsiteX4" fmla="*/ 0 w 1417413"/>
              <a:gd name="connsiteY4" fmla="*/ 788194 h 788194"/>
              <a:gd name="connsiteX5" fmla="*/ 283368 w 1417413"/>
              <a:gd name="connsiteY5" fmla="*/ 438150 h 788194"/>
              <a:gd name="connsiteX6" fmla="*/ 821531 w 1417413"/>
              <a:gd name="connsiteY6" fmla="*/ 371475 h 788194"/>
              <a:gd name="connsiteX7" fmla="*/ 1404937 w 1417413"/>
              <a:gd name="connsiteY7" fmla="*/ 635794 h 788194"/>
              <a:gd name="connsiteX0" fmla="*/ 1404937 w 1417413"/>
              <a:gd name="connsiteY0" fmla="*/ 636458 h 788858"/>
              <a:gd name="connsiteX1" fmla="*/ 1402556 w 1417413"/>
              <a:gd name="connsiteY1" fmla="*/ 64958 h 788858"/>
              <a:gd name="connsiteX2" fmla="*/ 547687 w 1417413"/>
              <a:gd name="connsiteY2" fmla="*/ 664 h 788858"/>
              <a:gd name="connsiteX3" fmla="*/ 14287 w 1417413"/>
              <a:gd name="connsiteY3" fmla="*/ 469770 h 788858"/>
              <a:gd name="connsiteX4" fmla="*/ 0 w 1417413"/>
              <a:gd name="connsiteY4" fmla="*/ 788858 h 788858"/>
              <a:gd name="connsiteX5" fmla="*/ 283368 w 1417413"/>
              <a:gd name="connsiteY5" fmla="*/ 438814 h 788858"/>
              <a:gd name="connsiteX6" fmla="*/ 821531 w 1417413"/>
              <a:gd name="connsiteY6" fmla="*/ 372139 h 788858"/>
              <a:gd name="connsiteX7" fmla="*/ 1404937 w 1417413"/>
              <a:gd name="connsiteY7" fmla="*/ 636458 h 788858"/>
              <a:gd name="connsiteX0" fmla="*/ 1404937 w 1417413"/>
              <a:gd name="connsiteY0" fmla="*/ 659983 h 812383"/>
              <a:gd name="connsiteX1" fmla="*/ 1402556 w 1417413"/>
              <a:gd name="connsiteY1" fmla="*/ 88483 h 812383"/>
              <a:gd name="connsiteX2" fmla="*/ 547687 w 1417413"/>
              <a:gd name="connsiteY2" fmla="*/ 24189 h 812383"/>
              <a:gd name="connsiteX3" fmla="*/ 14287 w 1417413"/>
              <a:gd name="connsiteY3" fmla="*/ 493295 h 812383"/>
              <a:gd name="connsiteX4" fmla="*/ 0 w 1417413"/>
              <a:gd name="connsiteY4" fmla="*/ 812383 h 812383"/>
              <a:gd name="connsiteX5" fmla="*/ 283368 w 1417413"/>
              <a:gd name="connsiteY5" fmla="*/ 462339 h 812383"/>
              <a:gd name="connsiteX6" fmla="*/ 821531 w 1417413"/>
              <a:gd name="connsiteY6" fmla="*/ 395664 h 812383"/>
              <a:gd name="connsiteX7" fmla="*/ 1404937 w 1417413"/>
              <a:gd name="connsiteY7" fmla="*/ 659983 h 812383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6804 w 1419280"/>
              <a:gd name="connsiteY0" fmla="*/ 674932 h 827332"/>
              <a:gd name="connsiteX1" fmla="*/ 1404423 w 1419280"/>
              <a:gd name="connsiteY1" fmla="*/ 103432 h 827332"/>
              <a:gd name="connsiteX2" fmla="*/ 549554 w 1419280"/>
              <a:gd name="connsiteY2" fmla="*/ 39138 h 827332"/>
              <a:gd name="connsiteX3" fmla="*/ 16154 w 1419280"/>
              <a:gd name="connsiteY3" fmla="*/ 508244 h 827332"/>
              <a:gd name="connsiteX4" fmla="*/ 1867 w 1419280"/>
              <a:gd name="connsiteY4" fmla="*/ 827332 h 827332"/>
              <a:gd name="connsiteX5" fmla="*/ 285235 w 1419280"/>
              <a:gd name="connsiteY5" fmla="*/ 477288 h 827332"/>
              <a:gd name="connsiteX6" fmla="*/ 823398 w 1419280"/>
              <a:gd name="connsiteY6" fmla="*/ 410613 h 827332"/>
              <a:gd name="connsiteX7" fmla="*/ 1406804 w 1419280"/>
              <a:gd name="connsiteY7" fmla="*/ 674932 h 827332"/>
              <a:gd name="connsiteX0" fmla="*/ 1409119 w 1421595"/>
              <a:gd name="connsiteY0" fmla="*/ 674932 h 827332"/>
              <a:gd name="connsiteX1" fmla="*/ 1406738 w 1421595"/>
              <a:gd name="connsiteY1" fmla="*/ 103432 h 827332"/>
              <a:gd name="connsiteX2" fmla="*/ 551869 w 1421595"/>
              <a:gd name="connsiteY2" fmla="*/ 39138 h 827332"/>
              <a:gd name="connsiteX3" fmla="*/ 18469 w 1421595"/>
              <a:gd name="connsiteY3" fmla="*/ 508244 h 827332"/>
              <a:gd name="connsiteX4" fmla="*/ 4182 w 1421595"/>
              <a:gd name="connsiteY4" fmla="*/ 827332 h 827332"/>
              <a:gd name="connsiteX5" fmla="*/ 287550 w 1421595"/>
              <a:gd name="connsiteY5" fmla="*/ 477288 h 827332"/>
              <a:gd name="connsiteX6" fmla="*/ 825713 w 1421595"/>
              <a:gd name="connsiteY6" fmla="*/ 410613 h 827332"/>
              <a:gd name="connsiteX7" fmla="*/ 1409119 w 1421595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17089 w 1428574"/>
              <a:gd name="connsiteY0" fmla="*/ 674932 h 827332"/>
              <a:gd name="connsiteX1" fmla="*/ 1414708 w 1428574"/>
              <a:gd name="connsiteY1" fmla="*/ 103432 h 827332"/>
              <a:gd name="connsiteX2" fmla="*/ 559839 w 1428574"/>
              <a:gd name="connsiteY2" fmla="*/ 39138 h 827332"/>
              <a:gd name="connsiteX3" fmla="*/ 26439 w 1428574"/>
              <a:gd name="connsiteY3" fmla="*/ 508244 h 827332"/>
              <a:gd name="connsiteX4" fmla="*/ 12152 w 1428574"/>
              <a:gd name="connsiteY4" fmla="*/ 827332 h 827332"/>
              <a:gd name="connsiteX5" fmla="*/ 295520 w 1428574"/>
              <a:gd name="connsiteY5" fmla="*/ 477288 h 827332"/>
              <a:gd name="connsiteX6" fmla="*/ 833683 w 1428574"/>
              <a:gd name="connsiteY6" fmla="*/ 410613 h 827332"/>
              <a:gd name="connsiteX7" fmla="*/ 1417089 w 1428574"/>
              <a:gd name="connsiteY7" fmla="*/ 674932 h 82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28574" h="827332">
                <a:moveTo>
                  <a:pt x="1417089" y="674932"/>
                </a:moveTo>
                <a:cubicBezTo>
                  <a:pt x="1435346" y="448714"/>
                  <a:pt x="1429789" y="289169"/>
                  <a:pt x="1414708" y="103432"/>
                </a:cubicBezTo>
                <a:cubicBezTo>
                  <a:pt x="1129752" y="1038"/>
                  <a:pt x="880514" y="-34681"/>
                  <a:pt x="559839" y="39138"/>
                </a:cubicBezTo>
                <a:cubicBezTo>
                  <a:pt x="324968" y="93205"/>
                  <a:pt x="103590" y="255487"/>
                  <a:pt x="26439" y="508244"/>
                </a:cubicBezTo>
                <a:cubicBezTo>
                  <a:pt x="-7732" y="620193"/>
                  <a:pt x="-4518" y="728112"/>
                  <a:pt x="12152" y="827332"/>
                </a:cubicBezTo>
                <a:cubicBezTo>
                  <a:pt x="28424" y="650723"/>
                  <a:pt x="130471" y="560134"/>
                  <a:pt x="295520" y="477288"/>
                </a:cubicBezTo>
                <a:cubicBezTo>
                  <a:pt x="460084" y="394686"/>
                  <a:pt x="654458" y="387116"/>
                  <a:pt x="833683" y="410613"/>
                </a:cubicBezTo>
                <a:cubicBezTo>
                  <a:pt x="1142452" y="451094"/>
                  <a:pt x="1298820" y="584445"/>
                  <a:pt x="1417089" y="674932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24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1B91FE3-CBBF-4D86-9839-5BDB4A127D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506936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95" imgH="394" progId="TCLayout.ActiveDocument.1">
                  <p:embed/>
                </p:oleObj>
              </mc:Choice>
              <mc:Fallback>
                <p:oleObj name="think-cell Slide" r:id="rId17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1B91FE3-CBBF-4D86-9839-5BDB4A127D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286045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E358E56-E801-42D6-B6F6-0733614557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01004" y="1109959"/>
            <a:ext cx="15876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768" tIns="60960" rIns="48768" bIns="6096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Problem description</a:t>
            </a:r>
          </a:p>
        </p:txBody>
      </p:sp>
      <p:sp>
        <p:nvSpPr>
          <p:cNvPr id="17" name="Rectangle 32">
            <a:extLst>
              <a:ext uri="{FF2B5EF4-FFF2-40B4-BE49-F238E27FC236}">
                <a16:creationId xmlns:a16="http://schemas.microsoft.com/office/drawing/2014/main" id="{92FE315F-B25D-4DE2-9772-2159B87B39C4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203089" y="3083962"/>
            <a:ext cx="10218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768" tIns="60960" rIns="48768" bIns="60960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</a:rPr>
              <a:t>Action taken</a:t>
            </a:r>
            <a:endParaRPr lang="en-US" altLang="ja-JP" sz="1200" b="1">
              <a:solidFill>
                <a:schemeClr val="accent1"/>
              </a:solidFill>
              <a:latin typeface="+mj-lt"/>
              <a:ea typeface="MS PGothic" pitchFamily="34" charset="-128"/>
            </a:endParaRPr>
          </a:p>
        </p:txBody>
      </p:sp>
      <p:sp>
        <p:nvSpPr>
          <p:cNvPr id="18" name="Rectangle 40">
            <a:extLst>
              <a:ext uri="{FF2B5EF4-FFF2-40B4-BE49-F238E27FC236}">
                <a16:creationId xmlns:a16="http://schemas.microsoft.com/office/drawing/2014/main" id="{78F3CCE9-CDD2-4BD9-8703-3FF6A5BDB700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200820" y="1105698"/>
            <a:ext cx="5922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lvl="0" defTabSz="1219170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</a:rPr>
              <a:t>Impact</a:t>
            </a:r>
          </a:p>
        </p:txBody>
      </p:sp>
      <p:sp>
        <p:nvSpPr>
          <p:cNvPr id="29" name="Rectangle 40">
            <a:extLst>
              <a:ext uri="{FF2B5EF4-FFF2-40B4-BE49-F238E27FC236}">
                <a16:creationId xmlns:a16="http://schemas.microsoft.com/office/drawing/2014/main" id="{5218E0BD-7261-4CB9-8982-1E3D7E24C45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214745" y="3759875"/>
            <a:ext cx="17736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  <a:ea typeface="MS PGothic" pitchFamily="34" charset="-128"/>
              </a:rPr>
              <a:t>Need help from PE/DE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MS PGothic" pitchFamily="34" charset="-128"/>
            </a:endParaRPr>
          </a:p>
        </p:txBody>
      </p:sp>
      <p:sp>
        <p:nvSpPr>
          <p:cNvPr id="30" name="Rectangle 40">
            <a:extLst>
              <a:ext uri="{FF2B5EF4-FFF2-40B4-BE49-F238E27FC236}">
                <a16:creationId xmlns:a16="http://schemas.microsoft.com/office/drawing/2014/main" id="{DA92E7CC-74D0-416B-97FB-7D2EED604E1B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6199647" y="4554996"/>
            <a:ext cx="95133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Root Cause</a:t>
            </a:r>
          </a:p>
        </p:txBody>
      </p:sp>
      <p:sp>
        <p:nvSpPr>
          <p:cNvPr id="31" name="Rectangle 40">
            <a:extLst>
              <a:ext uri="{FF2B5EF4-FFF2-40B4-BE49-F238E27FC236}">
                <a16:creationId xmlns:a16="http://schemas.microsoft.com/office/drawing/2014/main" id="{421D42B1-995D-49F5-9536-8F38CFB60804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6199647" y="2508231"/>
            <a:ext cx="10379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Containment</a:t>
            </a:r>
          </a:p>
        </p:txBody>
      </p:sp>
      <p:sp>
        <p:nvSpPr>
          <p:cNvPr id="32" name="Rectangle 40">
            <a:extLst>
              <a:ext uri="{FF2B5EF4-FFF2-40B4-BE49-F238E27FC236}">
                <a16:creationId xmlns:a16="http://schemas.microsoft.com/office/drawing/2014/main" id="{85D52C44-B68C-408F-9736-AA83D813AA99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6199647" y="5607576"/>
            <a:ext cx="71569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  <a:ea typeface="MS PGothic" pitchFamily="34" charset="-128"/>
              </a:rPr>
              <a:t>Solution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MS PGothic" pitchFamily="34" charset="-128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7B121C-BB4F-4CFD-A4EE-96994321FE56}"/>
              </a:ext>
            </a:extLst>
          </p:cNvPr>
          <p:cNvGrpSpPr/>
          <p:nvPr userDrawn="1"/>
        </p:nvGrpSpPr>
        <p:grpSpPr>
          <a:xfrm>
            <a:off x="121986" y="7331"/>
            <a:ext cx="10970295" cy="1155015"/>
            <a:chOff x="408281" y="5498"/>
            <a:chExt cx="8227721" cy="866261"/>
          </a:xfrm>
        </p:grpSpPr>
        <p:pic>
          <p:nvPicPr>
            <p:cNvPr id="34" name="Afbeelding 7" descr="bg_back.png">
              <a:extLst>
                <a:ext uri="{FF2B5EF4-FFF2-40B4-BE49-F238E27FC236}">
                  <a16:creationId xmlns:a16="http://schemas.microsoft.com/office/drawing/2014/main" id="{2668639D-B8BF-4FE0-B6D6-272FDD474C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l="14715" t="83556"/>
            <a:stretch/>
          </p:blipFill>
          <p:spPr>
            <a:xfrm>
              <a:off x="408281" y="5498"/>
              <a:ext cx="8227721" cy="810478"/>
            </a:xfrm>
            <a:prstGeom prst="rect">
              <a:avLst/>
            </a:prstGeom>
          </p:spPr>
        </p:pic>
        <p:sp>
          <p:nvSpPr>
            <p:cNvPr id="35" name="Text Box 38">
              <a:extLst>
                <a:ext uri="{FF2B5EF4-FFF2-40B4-BE49-F238E27FC236}">
                  <a16:creationId xmlns:a16="http://schemas.microsoft.com/office/drawing/2014/main" id="{A7457F11-6080-40A8-9EC8-950977D69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161" y="292170"/>
              <a:ext cx="985478" cy="507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219170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Module Name	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219170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Module P/N	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219170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Dep./ Author</a:t>
              </a: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	</a:t>
              </a:r>
            </a:p>
          </p:txBody>
        </p:sp>
        <p:sp>
          <p:nvSpPr>
            <p:cNvPr id="36" name="Text Box 26">
              <a:extLst>
                <a:ext uri="{FF2B5EF4-FFF2-40B4-BE49-F238E27FC236}">
                  <a16:creationId xmlns:a16="http://schemas.microsoft.com/office/drawing/2014/main" id="{B8BD1CC7-177A-473C-8A24-3D2349F1E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552" y="209772"/>
              <a:ext cx="1213893" cy="661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449881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IN/DN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449881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Create Date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449881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Close Date</a:t>
              </a:r>
              <a:endPara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37" name="Text Box 30">
              <a:extLst>
                <a:ext uri="{FF2B5EF4-FFF2-40B4-BE49-F238E27FC236}">
                  <a16:creationId xmlns:a16="http://schemas.microsoft.com/office/drawing/2014/main" id="{CC912830-6A68-4936-8AC5-39EE4F6B8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824" y="51594"/>
              <a:ext cx="1196383" cy="215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P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C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C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S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I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M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j-lt"/>
                  <a:cs typeface="Arial" charset="0"/>
                </a:rPr>
                <a:t> Title </a:t>
              </a:r>
            </a:p>
          </p:txBody>
        </p:sp>
        <p:sp>
          <p:nvSpPr>
            <p:cNvPr id="38" name="Text Box 34">
              <a:extLst>
                <a:ext uri="{FF2B5EF4-FFF2-40B4-BE49-F238E27FC236}">
                  <a16:creationId xmlns:a16="http://schemas.microsoft.com/office/drawing/2014/main" id="{3C66CA83-D93B-4E65-A018-B0A652B47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46476"/>
              <a:ext cx="2474912" cy="2119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>
              <a:spAutoFit/>
            </a:bodyPr>
            <a:lstStyle>
              <a:lvl1pPr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sng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S</a:t>
              </a:r>
              <a:r>
                <a:rPr kumimoji="0" lang="en-US" altLang="ja-JP" sz="1600" b="0" i="0" u="sng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ingle </a:t>
              </a:r>
              <a:r>
                <a:rPr kumimoji="0" lang="en-US" altLang="ja-JP" sz="1600" b="1" i="0" u="sng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P</a:t>
              </a:r>
              <a:r>
                <a:rPr kumimoji="0" lang="en-US" altLang="ja-JP" sz="1600" b="0" i="0" u="sng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age </a:t>
              </a:r>
              <a:r>
                <a:rPr kumimoji="0" lang="en-US" altLang="ja-JP" sz="1600" b="1" i="0" u="sng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S</a:t>
              </a:r>
              <a:r>
                <a:rPr kumimoji="0" lang="en-US" altLang="ja-JP" sz="1600" b="0" i="0" u="sng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ummary</a:t>
              </a:r>
            </a:p>
          </p:txBody>
        </p:sp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AD6F51E7-740E-4525-B914-D93AD2FF2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8128" y="270792"/>
              <a:ext cx="1279525" cy="559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67332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Machine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67332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SN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67332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B Code</a:t>
              </a:r>
              <a:endPara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j-ea"/>
                <a:ea typeface="+mj-ea"/>
                <a:cs typeface="Arial" charset="0"/>
              </a:endParaRPr>
            </a:p>
          </p:txBody>
        </p:sp>
      </p:grpSp>
      <p:sp>
        <p:nvSpPr>
          <p:cNvPr id="40" name="Text Placeholder 44">
            <a:extLst>
              <a:ext uri="{FF2B5EF4-FFF2-40B4-BE49-F238E27FC236}">
                <a16:creationId xmlns:a16="http://schemas.microsoft.com/office/drawing/2014/main" id="{C039D422-C4B3-42C1-B259-D4530B44E4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01989" y="391253"/>
            <a:ext cx="2114507" cy="24355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IN/DN Number</a:t>
            </a:r>
          </a:p>
        </p:txBody>
      </p:sp>
      <p:sp>
        <p:nvSpPr>
          <p:cNvPr id="41" name="Text Placeholder 44">
            <a:extLst>
              <a:ext uri="{FF2B5EF4-FFF2-40B4-BE49-F238E27FC236}">
                <a16:creationId xmlns:a16="http://schemas.microsoft.com/office/drawing/2014/main" id="{33F7EEEE-877D-419E-814F-8048171F8D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1989" y="592677"/>
            <a:ext cx="2114507" cy="24355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YY.MM.DD</a:t>
            </a:r>
          </a:p>
        </p:txBody>
      </p:sp>
      <p:sp>
        <p:nvSpPr>
          <p:cNvPr id="42" name="Text Placeholder 44">
            <a:extLst>
              <a:ext uri="{FF2B5EF4-FFF2-40B4-BE49-F238E27FC236}">
                <a16:creationId xmlns:a16="http://schemas.microsoft.com/office/drawing/2014/main" id="{C5F2943B-7FE0-4E64-BC55-5D64661D44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1989" y="794101"/>
            <a:ext cx="2114507" cy="24355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YY.MM.DD</a:t>
            </a:r>
          </a:p>
        </p:txBody>
      </p:sp>
      <p:sp>
        <p:nvSpPr>
          <p:cNvPr id="43" name="Text Placeholder 44">
            <a:extLst>
              <a:ext uri="{FF2B5EF4-FFF2-40B4-BE49-F238E27FC236}">
                <a16:creationId xmlns:a16="http://schemas.microsoft.com/office/drawing/2014/main" id="{6A0A88EE-D509-4609-A065-8602EB35D2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10812" y="407229"/>
            <a:ext cx="2671062" cy="2089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Machine Number or W/O</a:t>
            </a:r>
          </a:p>
        </p:txBody>
      </p:sp>
      <p:sp>
        <p:nvSpPr>
          <p:cNvPr id="44" name="Text Placeholder 44">
            <a:extLst>
              <a:ext uri="{FF2B5EF4-FFF2-40B4-BE49-F238E27FC236}">
                <a16:creationId xmlns:a16="http://schemas.microsoft.com/office/drawing/2014/main" id="{9D640DC5-E698-44BD-A912-661F9EDBBF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10812" y="608652"/>
            <a:ext cx="2671062" cy="224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Serial Number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F65C782-B64F-4115-A0CF-65769E176A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10811" y="826703"/>
            <a:ext cx="2671063" cy="2180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B Code</a:t>
            </a:r>
          </a:p>
        </p:txBody>
      </p:sp>
      <p:sp>
        <p:nvSpPr>
          <p:cNvPr id="46" name="Text Placeholder 44">
            <a:extLst>
              <a:ext uri="{FF2B5EF4-FFF2-40B4-BE49-F238E27FC236}">
                <a16:creationId xmlns:a16="http://schemas.microsoft.com/office/drawing/2014/main" id="{259C04CF-9E60-4DF2-8283-5271E84F98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1494" y="76200"/>
            <a:ext cx="5355950" cy="307505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067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Phenomenon</a:t>
            </a:r>
          </a:p>
        </p:txBody>
      </p:sp>
      <p:sp>
        <p:nvSpPr>
          <p:cNvPr id="47" name="Text Placeholder 44">
            <a:extLst>
              <a:ext uri="{FF2B5EF4-FFF2-40B4-BE49-F238E27FC236}">
                <a16:creationId xmlns:a16="http://schemas.microsoft.com/office/drawing/2014/main" id="{173F2EED-032B-4ACA-9204-552E2472FA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34069" y="389881"/>
            <a:ext cx="2410156" cy="1932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</a:t>
            </a:r>
            <a:r>
              <a:rPr lang="en-US" altLang="zh-TW"/>
              <a:t>Module</a:t>
            </a:r>
            <a:r>
              <a:rPr lang="en-US"/>
              <a:t> Name</a:t>
            </a:r>
          </a:p>
        </p:txBody>
      </p:sp>
      <p:sp>
        <p:nvSpPr>
          <p:cNvPr id="48" name="Text Placeholder 44">
            <a:extLst>
              <a:ext uri="{FF2B5EF4-FFF2-40B4-BE49-F238E27FC236}">
                <a16:creationId xmlns:a16="http://schemas.microsoft.com/office/drawing/2014/main" id="{0E4F0FF6-A7D1-41F4-9E02-2AA8129B91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34069" y="613229"/>
            <a:ext cx="2410156" cy="1932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Module P/</a:t>
            </a:r>
            <a:r>
              <a:rPr lang="en-US" err="1"/>
              <a:t>Nn</a:t>
            </a:r>
            <a:endParaRPr lang="en-US"/>
          </a:p>
        </p:txBody>
      </p:sp>
      <p:sp>
        <p:nvSpPr>
          <p:cNvPr id="49" name="Text Placeholder 44">
            <a:extLst>
              <a:ext uri="{FF2B5EF4-FFF2-40B4-BE49-F238E27FC236}">
                <a16:creationId xmlns:a16="http://schemas.microsoft.com/office/drawing/2014/main" id="{4CFB458F-1A20-45BD-9D69-A2DF89D4B6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34069" y="833563"/>
            <a:ext cx="2410156" cy="1932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Author Name</a:t>
            </a:r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531B8144-7FF0-47B4-AA37-DE22838245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243841" y="1439726"/>
            <a:ext cx="5730240" cy="1655585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the problem description here. Add pictures, timeline and so on  if it helps clarify</a:t>
            </a:r>
          </a:p>
        </p:txBody>
      </p:sp>
      <p:sp>
        <p:nvSpPr>
          <p:cNvPr id="51" name="Text Placeholder 35">
            <a:extLst>
              <a:ext uri="{FF2B5EF4-FFF2-40B4-BE49-F238E27FC236}">
                <a16:creationId xmlns:a16="http://schemas.microsoft.com/office/drawing/2014/main" id="{849382C8-C6E4-47DD-A2E7-70B9D66B383D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10"/>
            </p:custDataLst>
          </p:nvPr>
        </p:nvSpPr>
        <p:spPr>
          <a:xfrm>
            <a:off x="6235635" y="1431204"/>
            <a:ext cx="5730240" cy="1059577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Describe (in short) the impact, Describe (in short) the impact, 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IS_YES, </a:t>
            </a:r>
            <a:r>
              <a:rPr lang="en-US" altLang="zh-TW" sz="1200" b="0" kern="0" err="1">
                <a:solidFill>
                  <a:schemeClr val="bg1">
                    <a:lumMod val="75000"/>
                  </a:schemeClr>
                </a:solidFill>
              </a:rPr>
              <a:t>Safety_No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, Cycle-time_98, A-time_2, B-time_96, frequency_1, Yield-rate_100%</a:t>
            </a:r>
            <a:endParaRPr lang="en-US" sz="1200" b="0" ker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4323FDCD-A55C-4556-91DA-C849EB1E5D1F}"/>
              </a:ext>
            </a:extLst>
          </p:cNvPr>
          <p:cNvSpPr>
            <a:spLocks noGrp="1"/>
          </p:cNvSpPr>
          <p:nvPr>
            <p:ph type="body" sz="quarter" idx="28" hasCustomPrompt="1"/>
            <p:custDataLst>
              <p:tags r:id="rId11"/>
            </p:custDataLst>
          </p:nvPr>
        </p:nvSpPr>
        <p:spPr>
          <a:xfrm>
            <a:off x="6241404" y="4038595"/>
            <a:ext cx="5730240" cy="500776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the demand to PE/DE</a:t>
            </a:r>
          </a:p>
        </p:txBody>
      </p:sp>
      <p:sp>
        <p:nvSpPr>
          <p:cNvPr id="53" name="Text Placeholder 35">
            <a:extLst>
              <a:ext uri="{FF2B5EF4-FFF2-40B4-BE49-F238E27FC236}">
                <a16:creationId xmlns:a16="http://schemas.microsoft.com/office/drawing/2014/main" id="{A968217E-81E7-4313-8CB0-2AA1DD420073}"/>
              </a:ext>
            </a:extLst>
          </p:cNvPr>
          <p:cNvSpPr>
            <a:spLocks noGrp="1"/>
          </p:cNvSpPr>
          <p:nvPr>
            <p:ph type="body" sz="quarter" idx="29" hasCustomPrompt="1"/>
            <p:custDataLst>
              <p:tags r:id="rId12"/>
            </p:custDataLst>
          </p:nvPr>
        </p:nvSpPr>
        <p:spPr>
          <a:xfrm>
            <a:off x="6241404" y="2787535"/>
            <a:ext cx="5730240" cy="970620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information about Containment</a:t>
            </a:r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7B20C876-2DD5-4BA8-924E-3692F370CB63}"/>
              </a:ext>
            </a:extLst>
          </p:cNvPr>
          <p:cNvSpPr>
            <a:spLocks noGrp="1"/>
          </p:cNvSpPr>
          <p:nvPr>
            <p:ph type="body" sz="quarter" idx="30" hasCustomPrompt="1"/>
            <p:custDataLst>
              <p:tags r:id="rId13"/>
            </p:custDataLst>
          </p:nvPr>
        </p:nvSpPr>
        <p:spPr>
          <a:xfrm>
            <a:off x="6241402" y="4840080"/>
            <a:ext cx="5730240" cy="767496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FontTx/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Describe the root cause</a:t>
            </a:r>
            <a:r>
              <a:rPr lang="zh-TW" altLang="en-US" sz="1200" b="0" ker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/ Failure model / Solution</a:t>
            </a: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 by PE/D&amp;E (when known)</a:t>
            </a:r>
          </a:p>
        </p:txBody>
      </p:sp>
      <p:sp>
        <p:nvSpPr>
          <p:cNvPr id="55" name="Text Placeholder 35">
            <a:extLst>
              <a:ext uri="{FF2B5EF4-FFF2-40B4-BE49-F238E27FC236}">
                <a16:creationId xmlns:a16="http://schemas.microsoft.com/office/drawing/2014/main" id="{42AD59A7-A324-485F-8F64-F0226DE2930B}"/>
              </a:ext>
            </a:extLst>
          </p:cNvPr>
          <p:cNvSpPr>
            <a:spLocks noGrp="1"/>
          </p:cNvSpPr>
          <p:nvPr>
            <p:ph type="body" sz="quarter" idx="31" hasCustomPrompt="1"/>
            <p:custDataLst>
              <p:tags r:id="rId14"/>
            </p:custDataLst>
          </p:nvPr>
        </p:nvSpPr>
        <p:spPr>
          <a:xfrm>
            <a:off x="231896" y="3379040"/>
            <a:ext cx="5730240" cy="3273032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action taken about investigation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7CD0D2E8-C2C8-4104-9491-4178B8DF917A}"/>
              </a:ext>
            </a:extLst>
          </p:cNvPr>
          <p:cNvSpPr>
            <a:spLocks noGrp="1"/>
          </p:cNvSpPr>
          <p:nvPr>
            <p:ph type="body" sz="quarter" idx="32" hasCustomPrompt="1"/>
            <p:custDataLst>
              <p:tags r:id="rId15"/>
            </p:custDataLst>
          </p:nvPr>
        </p:nvSpPr>
        <p:spPr>
          <a:xfrm>
            <a:off x="6229865" y="5884575"/>
            <a:ext cx="5730240" cy="767497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FontTx/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Describe the root cause</a:t>
            </a:r>
            <a:r>
              <a:rPr lang="zh-TW" altLang="en-US" sz="1200" b="0" ker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/ Failure model / Solution</a:t>
            </a: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 by PE/DE (when known)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97C678E-2804-4343-A92C-B291D91C1773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9F6BA22-F7F5-4B9B-A760-D76791FC5913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17D744-36FA-4BAB-8B11-6E37DE1FE0C8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607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00971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7F6896B-6D18-4172-9FAC-440CB6541E06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23885-57AD-450F-B760-23A4AC8E7319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C15C95-3023-4444-9BA5-314CBD607D93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977D750-C7EA-4850-92C3-7BD5D675EAE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41389902"/>
              </p:ext>
            </p:extLst>
          </p:nvPr>
        </p:nvGraphicFramePr>
        <p:xfrm>
          <a:off x="7812340" y="4768212"/>
          <a:ext cx="42672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Machine Type</a:t>
                      </a:r>
                    </a:p>
                  </a:txBody>
                  <a:tcPr marL="121920" marR="121920" marT="60960" marB="60960" anchor="ctr"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>
                    <a:solidFill>
                      <a:srgbClr val="E7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1600"/>
                        <a:t>Software</a:t>
                      </a:r>
                      <a:r>
                        <a:rPr lang="en-US" sz="1600" baseline="0"/>
                        <a:t> Version</a:t>
                      </a:r>
                      <a:endParaRPr lang="en-US" sz="160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1600"/>
                        <a:t>Patch Version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1600"/>
                        <a:t>Patch install date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2AD98DF-47FD-4E9B-9E18-905686A60EBC}"/>
              </a:ext>
            </a:extLst>
          </p:cNvPr>
          <p:cNvSpPr txBox="1"/>
          <p:nvPr userDrawn="1"/>
        </p:nvSpPr>
        <p:spPr>
          <a:xfrm>
            <a:off x="7827964" y="4402456"/>
            <a:ext cx="3643599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hangingPunct="1"/>
            <a:r>
              <a:rPr lang="en-US" sz="2133" b="0" u="sng">
                <a:solidFill>
                  <a:schemeClr val="tx2"/>
                </a:solidFill>
                <a:latin typeface="+mn-lt"/>
              </a:rPr>
              <a:t>Basic Necessary</a:t>
            </a:r>
            <a:r>
              <a:rPr lang="en-US" sz="2133" b="0" u="sng" baseline="0">
                <a:solidFill>
                  <a:schemeClr val="tx2"/>
                </a:solidFill>
                <a:latin typeface="+mn-lt"/>
              </a:rPr>
              <a:t> information:</a:t>
            </a:r>
            <a:endParaRPr lang="en-US" sz="1867" b="0" u="sng">
              <a:solidFill>
                <a:schemeClr val="tx2"/>
              </a:solidFill>
              <a:latin typeface="+mn-lt"/>
            </a:endParaRP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713232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 algn="l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Clear description of problem and specification</a:t>
            </a:r>
            <a:endParaRPr lang="en-US" altLang="zh-TW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32EF8D-B178-479E-8C72-23BA22DB9B53}"/>
              </a:ext>
            </a:extLst>
          </p:cNvPr>
          <p:cNvCxnSpPr/>
          <p:nvPr userDrawn="1"/>
        </p:nvCxnSpPr>
        <p:spPr>
          <a:xfrm>
            <a:off x="7757149" y="4402399"/>
            <a:ext cx="0" cy="2331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76">
            <a:extLst>
              <a:ext uri="{FF2B5EF4-FFF2-40B4-BE49-F238E27FC236}">
                <a16:creationId xmlns:a16="http://schemas.microsoft.com/office/drawing/2014/main" id="{76B07DDB-CEB6-46E0-8269-B7753488A1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62532" y="4768212"/>
            <a:ext cx="2389632" cy="438912"/>
          </a:xfrm>
          <a:prstGeom prst="rect">
            <a:avLst/>
          </a:prstGeom>
          <a:noFill/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6" name="Text Placeholder 76">
            <a:extLst>
              <a:ext uri="{FF2B5EF4-FFF2-40B4-BE49-F238E27FC236}">
                <a16:creationId xmlns:a16="http://schemas.microsoft.com/office/drawing/2014/main" id="{3C8AE239-68DF-4DEC-ACDD-02324933616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62532" y="5280271"/>
            <a:ext cx="2389632" cy="438912"/>
          </a:xfrm>
          <a:prstGeom prst="rect">
            <a:avLst/>
          </a:prstGeom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7" name="Text Placeholder 76">
            <a:extLst>
              <a:ext uri="{FF2B5EF4-FFF2-40B4-BE49-F238E27FC236}">
                <a16:creationId xmlns:a16="http://schemas.microsoft.com/office/drawing/2014/main" id="{D769E03C-AF02-4FE8-9189-03926E37DD6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62532" y="5767946"/>
            <a:ext cx="2389632" cy="438912"/>
          </a:xfrm>
          <a:prstGeom prst="rect">
            <a:avLst/>
          </a:prstGeom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8" name="Text Placeholder 76">
            <a:extLst>
              <a:ext uri="{FF2B5EF4-FFF2-40B4-BE49-F238E27FC236}">
                <a16:creationId xmlns:a16="http://schemas.microsoft.com/office/drawing/2014/main" id="{20E5CAC5-C430-4E2A-9F99-C4F460CE39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62532" y="6255620"/>
            <a:ext cx="2389632" cy="438912"/>
          </a:xfrm>
          <a:prstGeom prst="rect">
            <a:avLst/>
          </a:prstGeom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 (P)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88D4A3-4812-43BE-871C-7DEDC76582D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9902125" y="2244034"/>
            <a:ext cx="0" cy="4297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FE5A52FB-5904-4F57-94C5-E2456071AA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747571" y="1349556"/>
            <a:ext cx="4297680" cy="292608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Alarm code:</a:t>
            </a:r>
          </a:p>
        </p:txBody>
      </p:sp>
    </p:spTree>
    <p:extLst>
      <p:ext uri="{BB962C8B-B14F-4D97-AF65-F5344CB8AC3E}">
        <p14:creationId xmlns:p14="http://schemas.microsoft.com/office/powerpoint/2010/main" val="404900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704012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type to provide 5x-Why analysis and other detailed information about the problem definition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</a:t>
            </a:r>
            <a:r>
              <a:rPr lang="zh-TW" altLang="en-US" sz="3200" b="1">
                <a:solidFill>
                  <a:schemeClr val="accent1"/>
                </a:solidFill>
                <a:latin typeface="+mn-lt"/>
              </a:rPr>
              <a:t> 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Specification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(P)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6F53C6-7B33-447C-9CF6-8A4F40EC7673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91283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373543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 Timeline (P) – Action Taken (date)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F49B07E-80AE-4F53-9465-6955A9C42D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Timeline describing the events leading up to the problem. For creation of a timeline the provided PCCSIM excel tooling can be used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DEE902-5D6B-414F-B646-CDEB94E2935B}"/>
              </a:ext>
            </a:extLst>
          </p:cNvPr>
          <p:cNvSpPr/>
          <p:nvPr userDrawn="1"/>
        </p:nvSpPr>
        <p:spPr>
          <a:xfrm rot="2057161">
            <a:off x="10194488" y="147193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F6896B-6D18-4172-9FAC-440CB6541E06}"/>
              </a:ext>
            </a:extLst>
          </p:cNvPr>
          <p:cNvGrpSpPr/>
          <p:nvPr userDrawn="1"/>
        </p:nvGrpSpPr>
        <p:grpSpPr>
          <a:xfrm rot="1811593">
            <a:off x="9911855" y="179682"/>
            <a:ext cx="829732" cy="397934"/>
            <a:chOff x="6616699" y="0"/>
            <a:chExt cx="622299" cy="29845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23885-57AD-450F-B760-23A4AC8E7319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C15C95-3023-4444-9BA5-314CBD607D93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568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373543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 Timeline (P) – Action Taken (date)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F49B07E-80AE-4F53-9465-6955A9C42D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Timeline describing the events leading up to the problem. For creation of a timeline the provided PCCSIM excel tooling can be used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E5E06F7-206B-4068-9758-38AF40F2BE55}"/>
              </a:ext>
            </a:extLst>
          </p:cNvPr>
          <p:cNvSpPr/>
          <p:nvPr userDrawn="1"/>
        </p:nvSpPr>
        <p:spPr>
          <a:xfrm rot="2057161">
            <a:off x="10294791" y="149466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accent3">
              <a:lumMod val="75000"/>
            </a:schemeClr>
          </a:solidFill>
          <a:ln w="63500" cmpd="dbl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DE update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DEE902-5D6B-414F-B646-CDEB94E2935B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F6896B-6D18-4172-9FAC-440CB6541E06}"/>
              </a:ext>
            </a:extLst>
          </p:cNvPr>
          <p:cNvGrpSpPr/>
          <p:nvPr userDrawn="1"/>
        </p:nvGrpSpPr>
        <p:grpSpPr>
          <a:xfrm rot="1811593">
            <a:off x="9607693" y="195086"/>
            <a:ext cx="829732" cy="397934"/>
            <a:chOff x="6616699" y="0"/>
            <a:chExt cx="622299" cy="29845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23885-57AD-450F-B760-23A4AC8E7319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C15C95-3023-4444-9BA5-314CBD607D93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203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3F29-BC5E-0B33-46C2-9094CDCF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9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62121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explain the workaround that is in place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Containment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o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AE1181A-436D-4961-9A4D-242D232920DE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87765F-1CD8-4BA6-B0A2-4D27414FC34D}"/>
              </a:ext>
            </a:extLst>
          </p:cNvPr>
          <p:cNvGrpSpPr/>
          <p:nvPr userDrawn="1"/>
        </p:nvGrpSpPr>
        <p:grpSpPr>
          <a:xfrm rot="1811593">
            <a:off x="9607693" y="195086"/>
            <a:ext cx="829732" cy="397934"/>
            <a:chOff x="6616699" y="0"/>
            <a:chExt cx="622299" cy="2984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016F1EC-C47E-4BD6-AB76-A52169EB07E7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0F859C-255A-45E9-924A-418E6D083166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330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721176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For creation of a fishbone the provided PCCSIM excel tooling can be used. Also, please create a backup slide with detailed info on every item in the fishbone.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Possible Causes - Fishbone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a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5DDFEF-818F-4BC9-ADE2-EEB37A841929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348315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663372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Timeline describing the events &amp; troubleshooting actions taken after the problem occurred. For creation of a timeline the provided PCCSIM excel tooling can be used.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Troubleshooting Timeline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a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DDBD07-57E9-41CE-9926-0CC2B072DA72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87A7AB-CB50-4A55-B283-7DC4904EA01C}"/>
              </a:ext>
            </a:extLst>
          </p:cNvPr>
          <p:cNvGrpSpPr/>
          <p:nvPr userDrawn="1"/>
        </p:nvGrpSpPr>
        <p:grpSpPr>
          <a:xfrm rot="1811593">
            <a:off x="9607693" y="195086"/>
            <a:ext cx="829732" cy="397934"/>
            <a:chOff x="6616699" y="0"/>
            <a:chExt cx="622299" cy="29845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C86D4A3-A6D4-4DAB-9B87-1CAAD7A04850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AA6D0A-F66A-4F4A-B194-46F7CC253DDE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83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115817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explain the Root Cause that was found (using ATS techniques, msy101.man).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Causes Description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a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C1024B-AA68-47FC-81B5-A649623B129E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1792220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074876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explain the Solution that was found (using ATS techniques, msy101.man)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Solution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(S)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D3773D-0377-4FDC-9962-0BE2BF06A6DE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633427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250628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describe how the solution is going to be rolled out. (How? Who? What? When? Where?)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Implementation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(I)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420FE7-689E-444C-ABDA-B8DC97CF055C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5205E5-B497-4674-AA5F-932D7AA5CE81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E3A0E-827F-4E80-8E1D-EC954DF9AD81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711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301736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describe how the solution is going to be monitored. (How? Who? What? When? Where?)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Monitoring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(M)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420FE7-689E-444C-ABDA-B8DC97CF055C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5205E5-B497-4674-AA5F-932D7AA5CE81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E3A0E-827F-4E80-8E1D-EC954DF9AD81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854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59090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In an action plan, please provide: The actions to be performed, reasoning behind the actions and the expected outcome (if applicable).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Action Plans</a:t>
            </a:r>
            <a:endParaRPr lang="en-US" sz="3200" b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AACC6-AE4A-4685-919F-DD26B85C1CA8}"/>
              </a:ext>
            </a:extLst>
          </p:cNvPr>
          <p:cNvSpPr txBox="1"/>
          <p:nvPr userDrawn="1"/>
        </p:nvSpPr>
        <p:spPr>
          <a:xfrm>
            <a:off x="9347562" y="50966"/>
            <a:ext cx="4572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ts val="900"/>
              </a:spcAft>
            </a:pPr>
            <a:r>
              <a:rPr lang="en-US" sz="1400">
                <a:solidFill>
                  <a:srgbClr val="0F238C"/>
                </a:solidFill>
                <a:ea typeface="MS PGothic" pitchFamily="34" charset="-128"/>
              </a:rPr>
              <a:t>Date:</a:t>
            </a:r>
          </a:p>
        </p:txBody>
      </p:sp>
      <p:sp>
        <p:nvSpPr>
          <p:cNvPr id="29" name="Text Placeholder 44">
            <a:extLst>
              <a:ext uri="{FF2B5EF4-FFF2-40B4-BE49-F238E27FC236}">
                <a16:creationId xmlns:a16="http://schemas.microsoft.com/office/drawing/2014/main" id="{8FD91A31-69D9-4CA8-8AE3-D04D72D3DE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87577" y="21436"/>
            <a:ext cx="1682496" cy="22373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YY.MM.DD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1081B33-4EA3-4E66-ABA5-D380E2A6E2CA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179896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L End slide 20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/>
          <p:cNvSpPr/>
          <p:nvPr userDrawn="1"/>
        </p:nvSpPr>
        <p:spPr>
          <a:xfrm>
            <a:off x="672591" y="3917809"/>
            <a:ext cx="723171" cy="774319"/>
          </a:xfrm>
          <a:custGeom>
            <a:avLst/>
            <a:gdLst>
              <a:gd name="connsiteX0" fmla="*/ 0 w 1097756"/>
              <a:gd name="connsiteY0" fmla="*/ 0 h 1181100"/>
              <a:gd name="connsiteX1" fmla="*/ 745331 w 1097756"/>
              <a:gd name="connsiteY1" fmla="*/ 0 h 1181100"/>
              <a:gd name="connsiteX2" fmla="*/ 1097756 w 1097756"/>
              <a:gd name="connsiteY2" fmla="*/ 1178718 h 1181100"/>
              <a:gd name="connsiteX3" fmla="*/ 523875 w 1097756"/>
              <a:gd name="connsiteY3" fmla="*/ 1181100 h 1181100"/>
              <a:gd name="connsiteX4" fmla="*/ 0 w 1097756"/>
              <a:gd name="connsiteY4" fmla="*/ 0 h 1181100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523875 w 1400175"/>
              <a:gd name="connsiteY3" fmla="*/ 1181100 h 2197893"/>
              <a:gd name="connsiteX4" fmla="*/ 0 w 1400175"/>
              <a:gd name="connsiteY4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1047750 w 1400175"/>
              <a:gd name="connsiteY3" fmla="*/ 1790700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50094 w 1400175"/>
              <a:gd name="connsiteY3" fmla="*/ 2193131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230981 w 1400175"/>
              <a:gd name="connsiteY5" fmla="*/ 295275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95262 w 1400175"/>
              <a:gd name="connsiteY5" fmla="*/ 1204913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135731 w 1400175"/>
              <a:gd name="connsiteY6" fmla="*/ 1102518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378619 w 1400175"/>
              <a:gd name="connsiteY7" fmla="*/ 862012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426244 w 1400175"/>
              <a:gd name="connsiteY8" fmla="*/ 1112043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52388 w 1400175"/>
              <a:gd name="connsiteY9" fmla="*/ 1131093 h 2197893"/>
              <a:gd name="connsiteX10" fmla="*/ 0 w 1400175"/>
              <a:gd name="connsiteY10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2197893 h 2197893"/>
              <a:gd name="connsiteX10" fmla="*/ 0 w 1400175"/>
              <a:gd name="connsiteY10" fmla="*/ 0 h 2197893"/>
              <a:gd name="connsiteX0" fmla="*/ 4762 w 1404937"/>
              <a:gd name="connsiteY0" fmla="*/ 0 h 2197893"/>
              <a:gd name="connsiteX1" fmla="*/ 750093 w 1404937"/>
              <a:gd name="connsiteY1" fmla="*/ 0 h 2197893"/>
              <a:gd name="connsiteX2" fmla="*/ 1404937 w 1404937"/>
              <a:gd name="connsiteY2" fmla="*/ 2197893 h 2197893"/>
              <a:gd name="connsiteX3" fmla="*/ 752475 w 1404937"/>
              <a:gd name="connsiteY3" fmla="*/ 2195512 h 2197893"/>
              <a:gd name="connsiteX4" fmla="*/ 376237 w 1404937"/>
              <a:gd name="connsiteY4" fmla="*/ 478631 h 2197893"/>
              <a:gd name="connsiteX5" fmla="*/ 178592 w 1404937"/>
              <a:gd name="connsiteY5" fmla="*/ 1383507 h 2197893"/>
              <a:gd name="connsiteX6" fmla="*/ 614362 w 1404937"/>
              <a:gd name="connsiteY6" fmla="*/ 1385887 h 2197893"/>
              <a:gd name="connsiteX7" fmla="*/ 697706 w 1404937"/>
              <a:gd name="connsiteY7" fmla="*/ 1797843 h 2197893"/>
              <a:gd name="connsiteX8" fmla="*/ 92868 w 1404937"/>
              <a:gd name="connsiteY8" fmla="*/ 1795462 h 2197893"/>
              <a:gd name="connsiteX9" fmla="*/ 4762 w 1404937"/>
              <a:gd name="connsiteY9" fmla="*/ 2197893 h 2197893"/>
              <a:gd name="connsiteX10" fmla="*/ 0 w 1404937"/>
              <a:gd name="connsiteY10" fmla="*/ 2045493 h 2197893"/>
              <a:gd name="connsiteX11" fmla="*/ 4762 w 1404937"/>
              <a:gd name="connsiteY11" fmla="*/ 0 h 2197893"/>
              <a:gd name="connsiteX0" fmla="*/ 652462 w 2052637"/>
              <a:gd name="connsiteY0" fmla="*/ 0 h 2197893"/>
              <a:gd name="connsiteX1" fmla="*/ 1397793 w 2052637"/>
              <a:gd name="connsiteY1" fmla="*/ 0 h 2197893"/>
              <a:gd name="connsiteX2" fmla="*/ 2052637 w 2052637"/>
              <a:gd name="connsiteY2" fmla="*/ 2197893 h 2197893"/>
              <a:gd name="connsiteX3" fmla="*/ 1400175 w 2052637"/>
              <a:gd name="connsiteY3" fmla="*/ 2195512 h 2197893"/>
              <a:gd name="connsiteX4" fmla="*/ 1023937 w 2052637"/>
              <a:gd name="connsiteY4" fmla="*/ 478631 h 2197893"/>
              <a:gd name="connsiteX5" fmla="*/ 826292 w 2052637"/>
              <a:gd name="connsiteY5" fmla="*/ 1383507 h 2197893"/>
              <a:gd name="connsiteX6" fmla="*/ 1262062 w 2052637"/>
              <a:gd name="connsiteY6" fmla="*/ 1385887 h 2197893"/>
              <a:gd name="connsiteX7" fmla="*/ 1345406 w 2052637"/>
              <a:gd name="connsiteY7" fmla="*/ 1797843 h 2197893"/>
              <a:gd name="connsiteX8" fmla="*/ 740568 w 2052637"/>
              <a:gd name="connsiteY8" fmla="*/ 1795462 h 2197893"/>
              <a:gd name="connsiteX9" fmla="*/ 652462 w 2052637"/>
              <a:gd name="connsiteY9" fmla="*/ 2197893 h 2197893"/>
              <a:gd name="connsiteX10" fmla="*/ 0 w 2052637"/>
              <a:gd name="connsiteY10" fmla="*/ 2193131 h 2197893"/>
              <a:gd name="connsiteX11" fmla="*/ 652462 w 2052637"/>
              <a:gd name="connsiteY11" fmla="*/ 0 h 2197893"/>
              <a:gd name="connsiteX0" fmla="*/ 652462 w 2052637"/>
              <a:gd name="connsiteY0" fmla="*/ 1 h 2197894"/>
              <a:gd name="connsiteX1" fmla="*/ 1397793 w 2052637"/>
              <a:gd name="connsiteY1" fmla="*/ 1 h 2197894"/>
              <a:gd name="connsiteX2" fmla="*/ 2052637 w 2052637"/>
              <a:gd name="connsiteY2" fmla="*/ 2197894 h 2197894"/>
              <a:gd name="connsiteX3" fmla="*/ 1400175 w 2052637"/>
              <a:gd name="connsiteY3" fmla="*/ 2195513 h 2197894"/>
              <a:gd name="connsiteX4" fmla="*/ 1023937 w 2052637"/>
              <a:gd name="connsiteY4" fmla="*/ 478632 h 2197894"/>
              <a:gd name="connsiteX5" fmla="*/ 826292 w 2052637"/>
              <a:gd name="connsiteY5" fmla="*/ 1383508 h 2197894"/>
              <a:gd name="connsiteX6" fmla="*/ 1262062 w 2052637"/>
              <a:gd name="connsiteY6" fmla="*/ 1385888 h 2197894"/>
              <a:gd name="connsiteX7" fmla="*/ 1345406 w 2052637"/>
              <a:gd name="connsiteY7" fmla="*/ 1797844 h 2197894"/>
              <a:gd name="connsiteX8" fmla="*/ 740568 w 2052637"/>
              <a:gd name="connsiteY8" fmla="*/ 1795463 h 2197894"/>
              <a:gd name="connsiteX9" fmla="*/ 652462 w 2052637"/>
              <a:gd name="connsiteY9" fmla="*/ 2197894 h 2197894"/>
              <a:gd name="connsiteX10" fmla="*/ 0 w 2052637"/>
              <a:gd name="connsiteY10" fmla="*/ 2193132 h 2197894"/>
              <a:gd name="connsiteX11" fmla="*/ 652462 w 2052637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62133 w 2052708"/>
              <a:gd name="connsiteY6" fmla="*/ 1385888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9271 w 2052708"/>
              <a:gd name="connsiteY6" fmla="*/ 1376363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5463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52708" h="2197894">
                <a:moveTo>
                  <a:pt x="652533" y="1"/>
                </a:moveTo>
                <a:lnTo>
                  <a:pt x="1397864" y="1"/>
                </a:lnTo>
                <a:lnTo>
                  <a:pt x="2052708" y="2197894"/>
                </a:lnTo>
                <a:lnTo>
                  <a:pt x="1400246" y="2195513"/>
                </a:lnTo>
                <a:lnTo>
                  <a:pt x="1024008" y="478632"/>
                </a:lnTo>
                <a:lnTo>
                  <a:pt x="826363" y="1383508"/>
                </a:lnTo>
                <a:lnTo>
                  <a:pt x="1221653" y="1383507"/>
                </a:lnTo>
                <a:lnTo>
                  <a:pt x="1312139" y="1795463"/>
                </a:lnTo>
                <a:lnTo>
                  <a:pt x="740639" y="1795463"/>
                </a:lnTo>
                <a:lnTo>
                  <a:pt x="652533" y="2197894"/>
                </a:lnTo>
                <a:lnTo>
                  <a:pt x="71" y="2193132"/>
                </a:lnTo>
                <a:cubicBezTo>
                  <a:pt x="-7867" y="2197101"/>
                  <a:pt x="648565" y="-1587"/>
                  <a:pt x="652533" y="1"/>
                </a:cubicBezTo>
                <a:close/>
              </a:path>
            </a:pathLst>
          </a:custGeom>
          <a:solidFill>
            <a:srgbClr val="0F238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28" name="Freeform 27"/>
          <p:cNvSpPr/>
          <p:nvPr userDrawn="1"/>
        </p:nvSpPr>
        <p:spPr>
          <a:xfrm>
            <a:off x="2084187" y="3916969"/>
            <a:ext cx="880860" cy="774321"/>
          </a:xfrm>
          <a:custGeom>
            <a:avLst/>
            <a:gdLst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0 w 688182"/>
              <a:gd name="connsiteY3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214313 w 688182"/>
              <a:gd name="connsiteY3" fmla="*/ 652463 h 950119"/>
              <a:gd name="connsiteX4" fmla="*/ 0 w 688182"/>
              <a:gd name="connsiteY4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111919 w 688182"/>
              <a:gd name="connsiteY3" fmla="*/ 95250 h 950119"/>
              <a:gd name="connsiteX4" fmla="*/ 0 w 688182"/>
              <a:gd name="connsiteY4" fmla="*/ 950119 h 950119"/>
              <a:gd name="connsiteX0" fmla="*/ 0 w 723900"/>
              <a:gd name="connsiteY0" fmla="*/ 1395413 h 1395413"/>
              <a:gd name="connsiteX1" fmla="*/ 611982 w 723900"/>
              <a:gd name="connsiteY1" fmla="*/ 1395413 h 1395413"/>
              <a:gd name="connsiteX2" fmla="*/ 723900 w 723900"/>
              <a:gd name="connsiteY2" fmla="*/ 0 h 1395413"/>
              <a:gd name="connsiteX3" fmla="*/ 111919 w 723900"/>
              <a:gd name="connsiteY3" fmla="*/ 540544 h 1395413"/>
              <a:gd name="connsiteX4" fmla="*/ 0 w 723900"/>
              <a:gd name="connsiteY4" fmla="*/ 1395413 h 1395413"/>
              <a:gd name="connsiteX0" fmla="*/ 0 w 723900"/>
              <a:gd name="connsiteY0" fmla="*/ 2031206 h 2031206"/>
              <a:gd name="connsiteX1" fmla="*/ 611982 w 723900"/>
              <a:gd name="connsiteY1" fmla="*/ 2031206 h 2031206"/>
              <a:gd name="connsiteX2" fmla="*/ 723900 w 723900"/>
              <a:gd name="connsiteY2" fmla="*/ 635793 h 2031206"/>
              <a:gd name="connsiteX3" fmla="*/ 266700 w 723900"/>
              <a:gd name="connsiteY3" fmla="*/ 0 h 2031206"/>
              <a:gd name="connsiteX4" fmla="*/ 0 w 723900"/>
              <a:gd name="connsiteY4" fmla="*/ 2031206 h 2031206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283369 w 723900"/>
              <a:gd name="connsiteY3" fmla="*/ 0 h 2195513"/>
              <a:gd name="connsiteX4" fmla="*/ 0 w 723900"/>
              <a:gd name="connsiteY4" fmla="*/ 2195513 h 2195513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500063 w 723900"/>
              <a:gd name="connsiteY3" fmla="*/ 388145 h 2195513"/>
              <a:gd name="connsiteX4" fmla="*/ 283369 w 723900"/>
              <a:gd name="connsiteY4" fmla="*/ 0 h 2195513"/>
              <a:gd name="connsiteX5" fmla="*/ 0 w 723900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945356 w 945356"/>
              <a:gd name="connsiteY3" fmla="*/ 2382 h 2195513"/>
              <a:gd name="connsiteX4" fmla="*/ 283369 w 945356"/>
              <a:gd name="connsiteY4" fmla="*/ 0 h 2195513"/>
              <a:gd name="connsiteX5" fmla="*/ 0 w 945356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790575 w 945356"/>
              <a:gd name="connsiteY3" fmla="*/ 545308 h 2195513"/>
              <a:gd name="connsiteX4" fmla="*/ 945356 w 945356"/>
              <a:gd name="connsiteY4" fmla="*/ 2382 h 2195513"/>
              <a:gd name="connsiteX5" fmla="*/ 283369 w 945356"/>
              <a:gd name="connsiteY5" fmla="*/ 0 h 2195513"/>
              <a:gd name="connsiteX6" fmla="*/ 0 w 945356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252537 w 1252537"/>
              <a:gd name="connsiteY3" fmla="*/ 1333501 h 2195513"/>
              <a:gd name="connsiteX4" fmla="*/ 945356 w 1252537"/>
              <a:gd name="connsiteY4" fmla="*/ 2382 h 2195513"/>
              <a:gd name="connsiteX5" fmla="*/ 283369 w 1252537"/>
              <a:gd name="connsiteY5" fmla="*/ 0 h 2195513"/>
              <a:gd name="connsiteX6" fmla="*/ 0 w 1252537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31082 w 1252537"/>
              <a:gd name="connsiteY3" fmla="*/ 1112045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173957 w 1252537"/>
              <a:gd name="connsiteY4" fmla="*/ 1600202 h 2195513"/>
              <a:gd name="connsiteX5" fmla="*/ 1252537 w 1252537"/>
              <a:gd name="connsiteY5" fmla="*/ 1333501 h 2195513"/>
              <a:gd name="connsiteX6" fmla="*/ 945356 w 1252537"/>
              <a:gd name="connsiteY6" fmla="*/ 2382 h 2195513"/>
              <a:gd name="connsiteX7" fmla="*/ 283369 w 1252537"/>
              <a:gd name="connsiteY7" fmla="*/ 0 h 2195513"/>
              <a:gd name="connsiteX8" fmla="*/ 0 w 1252537"/>
              <a:gd name="connsiteY8" fmla="*/ 2195513 h 2195513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252537 w 1488282"/>
              <a:gd name="connsiteY5" fmla="*/ 1333501 h 2195514"/>
              <a:gd name="connsiteX6" fmla="*/ 945356 w 1488282"/>
              <a:gd name="connsiteY6" fmla="*/ 2382 h 2195514"/>
              <a:gd name="connsiteX7" fmla="*/ 283369 w 1488282"/>
              <a:gd name="connsiteY7" fmla="*/ 0 h 2195514"/>
              <a:gd name="connsiteX8" fmla="*/ 0 w 1488282"/>
              <a:gd name="connsiteY8" fmla="*/ 2195513 h 2195514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352549 w 1488282"/>
              <a:gd name="connsiteY5" fmla="*/ 1690688 h 2195514"/>
              <a:gd name="connsiteX6" fmla="*/ 1252537 w 1488282"/>
              <a:gd name="connsiteY6" fmla="*/ 1333501 h 2195514"/>
              <a:gd name="connsiteX7" fmla="*/ 945356 w 1488282"/>
              <a:gd name="connsiteY7" fmla="*/ 2382 h 2195514"/>
              <a:gd name="connsiteX8" fmla="*/ 283369 w 1488282"/>
              <a:gd name="connsiteY8" fmla="*/ 0 h 2195514"/>
              <a:gd name="connsiteX9" fmla="*/ 0 w 1488282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252537 w 1781174"/>
              <a:gd name="connsiteY6" fmla="*/ 1333501 h 2195514"/>
              <a:gd name="connsiteX7" fmla="*/ 945356 w 1781174"/>
              <a:gd name="connsiteY7" fmla="*/ 2382 h 2195514"/>
              <a:gd name="connsiteX8" fmla="*/ 283369 w 1781174"/>
              <a:gd name="connsiteY8" fmla="*/ 0 h 2195514"/>
              <a:gd name="connsiteX9" fmla="*/ 0 w 1781174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528762 w 1781174"/>
              <a:gd name="connsiteY6" fmla="*/ 1052513 h 2195514"/>
              <a:gd name="connsiteX7" fmla="*/ 1252537 w 1781174"/>
              <a:gd name="connsiteY7" fmla="*/ 1333501 h 2195514"/>
              <a:gd name="connsiteX8" fmla="*/ 945356 w 1781174"/>
              <a:gd name="connsiteY8" fmla="*/ 2382 h 2195514"/>
              <a:gd name="connsiteX9" fmla="*/ 283369 w 1781174"/>
              <a:gd name="connsiteY9" fmla="*/ 0 h 2195514"/>
              <a:gd name="connsiteX10" fmla="*/ 0 w 1781174"/>
              <a:gd name="connsiteY10" fmla="*/ 2195513 h 2195514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559719 w 1781174"/>
              <a:gd name="connsiteY6" fmla="*/ 0 h 2197895"/>
              <a:gd name="connsiteX7" fmla="*/ 1252537 w 1781174"/>
              <a:gd name="connsiteY7" fmla="*/ 1335882 h 2197895"/>
              <a:gd name="connsiteX8" fmla="*/ 945356 w 1781174"/>
              <a:gd name="connsiteY8" fmla="*/ 4763 h 2197895"/>
              <a:gd name="connsiteX9" fmla="*/ 283369 w 1781174"/>
              <a:gd name="connsiteY9" fmla="*/ 2381 h 2197895"/>
              <a:gd name="connsiteX10" fmla="*/ 0 w 1781174"/>
              <a:gd name="connsiteY10" fmla="*/ 2197894 h 2197895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688306 w 1781174"/>
              <a:gd name="connsiteY6" fmla="*/ 454820 h 2197895"/>
              <a:gd name="connsiteX7" fmla="*/ 1559719 w 1781174"/>
              <a:gd name="connsiteY7" fmla="*/ 0 h 2197895"/>
              <a:gd name="connsiteX8" fmla="*/ 1252537 w 1781174"/>
              <a:gd name="connsiteY8" fmla="*/ 1335882 h 2197895"/>
              <a:gd name="connsiteX9" fmla="*/ 945356 w 1781174"/>
              <a:gd name="connsiteY9" fmla="*/ 4763 h 2197895"/>
              <a:gd name="connsiteX10" fmla="*/ 283369 w 1781174"/>
              <a:gd name="connsiteY10" fmla="*/ 2381 h 2197895"/>
              <a:gd name="connsiteX11" fmla="*/ 0 w 1781174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212181 w 2212181"/>
              <a:gd name="connsiteY6" fmla="*/ 7145 h 2197895"/>
              <a:gd name="connsiteX7" fmla="*/ 1559719 w 2212181"/>
              <a:gd name="connsiteY7" fmla="*/ 0 h 2197895"/>
              <a:gd name="connsiteX8" fmla="*/ 1252537 w 2212181"/>
              <a:gd name="connsiteY8" fmla="*/ 1335882 h 2197895"/>
              <a:gd name="connsiteX9" fmla="*/ 945356 w 2212181"/>
              <a:gd name="connsiteY9" fmla="*/ 4763 h 2197895"/>
              <a:gd name="connsiteX10" fmla="*/ 283369 w 2212181"/>
              <a:gd name="connsiteY10" fmla="*/ 2381 h 2197895"/>
              <a:gd name="connsiteX11" fmla="*/ 0 w 2212181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035968 w 2212181"/>
              <a:gd name="connsiteY6" fmla="*/ 328614 h 2197895"/>
              <a:gd name="connsiteX7" fmla="*/ 2212181 w 2212181"/>
              <a:gd name="connsiteY7" fmla="*/ 7145 h 2197895"/>
              <a:gd name="connsiteX8" fmla="*/ 1559719 w 2212181"/>
              <a:gd name="connsiteY8" fmla="*/ 0 h 2197895"/>
              <a:gd name="connsiteX9" fmla="*/ 1252537 w 2212181"/>
              <a:gd name="connsiteY9" fmla="*/ 1335882 h 2197895"/>
              <a:gd name="connsiteX10" fmla="*/ 945356 w 2212181"/>
              <a:gd name="connsiteY10" fmla="*/ 4763 h 2197895"/>
              <a:gd name="connsiteX11" fmla="*/ 283369 w 2212181"/>
              <a:gd name="connsiteY11" fmla="*/ 2381 h 2197895"/>
              <a:gd name="connsiteX12" fmla="*/ 0 w 2212181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500312 w 2500312"/>
              <a:gd name="connsiteY6" fmla="*/ 2197895 h 2197895"/>
              <a:gd name="connsiteX7" fmla="*/ 2212181 w 2500312"/>
              <a:gd name="connsiteY7" fmla="*/ 7145 h 2197895"/>
              <a:gd name="connsiteX8" fmla="*/ 1559719 w 2500312"/>
              <a:gd name="connsiteY8" fmla="*/ 0 h 2197895"/>
              <a:gd name="connsiteX9" fmla="*/ 1252537 w 2500312"/>
              <a:gd name="connsiteY9" fmla="*/ 1335882 h 2197895"/>
              <a:gd name="connsiteX10" fmla="*/ 945356 w 2500312"/>
              <a:gd name="connsiteY10" fmla="*/ 4763 h 2197895"/>
              <a:gd name="connsiteX11" fmla="*/ 283369 w 2500312"/>
              <a:gd name="connsiteY11" fmla="*/ 2381 h 2197895"/>
              <a:gd name="connsiteX12" fmla="*/ 0 w 2500312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190748 w 2500312"/>
              <a:gd name="connsiteY6" fmla="*/ 1595439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76411 w 2500312"/>
              <a:gd name="connsiteY5" fmla="*/ 809626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00312" h="2197895">
                <a:moveTo>
                  <a:pt x="0" y="2197894"/>
                </a:moveTo>
                <a:lnTo>
                  <a:pt x="611982" y="2197894"/>
                </a:lnTo>
                <a:lnTo>
                  <a:pt x="723900" y="802481"/>
                </a:lnTo>
                <a:lnTo>
                  <a:pt x="1007270" y="2195513"/>
                </a:lnTo>
                <a:lnTo>
                  <a:pt x="1488282" y="2197895"/>
                </a:lnTo>
                <a:lnTo>
                  <a:pt x="1776411" y="809626"/>
                </a:lnTo>
                <a:lnTo>
                  <a:pt x="1883567" y="2195514"/>
                </a:lnTo>
                <a:lnTo>
                  <a:pt x="2500312" y="2197895"/>
                </a:lnTo>
                <a:lnTo>
                  <a:pt x="2212181" y="7145"/>
                </a:lnTo>
                <a:lnTo>
                  <a:pt x="1559719" y="0"/>
                </a:lnTo>
                <a:lnTo>
                  <a:pt x="1252537" y="1335882"/>
                </a:lnTo>
                <a:lnTo>
                  <a:pt x="945356" y="4763"/>
                </a:lnTo>
                <a:lnTo>
                  <a:pt x="283369" y="2381"/>
                </a:lnTo>
                <a:lnTo>
                  <a:pt x="0" y="2197894"/>
                </a:ln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29" name="Freeform 28"/>
          <p:cNvSpPr/>
          <p:nvPr userDrawn="1"/>
        </p:nvSpPr>
        <p:spPr>
          <a:xfrm>
            <a:off x="3072428" y="3918645"/>
            <a:ext cx="494960" cy="771803"/>
          </a:xfrm>
          <a:custGeom>
            <a:avLst/>
            <a:gdLst>
              <a:gd name="connsiteX0" fmla="*/ 0 w 1428750"/>
              <a:gd name="connsiteY0" fmla="*/ 997744 h 997744"/>
              <a:gd name="connsiteX1" fmla="*/ 1404937 w 1428750"/>
              <a:gd name="connsiteY1" fmla="*/ 997744 h 997744"/>
              <a:gd name="connsiteX2" fmla="*/ 1404937 w 1428750"/>
              <a:gd name="connsiteY2" fmla="*/ 538163 h 997744"/>
              <a:gd name="connsiteX3" fmla="*/ 1428750 w 1428750"/>
              <a:gd name="connsiteY3" fmla="*/ 540544 h 997744"/>
              <a:gd name="connsiteX4" fmla="*/ 590550 w 1428750"/>
              <a:gd name="connsiteY4" fmla="*/ 540544 h 997744"/>
              <a:gd name="connsiteX5" fmla="*/ 590550 w 1428750"/>
              <a:gd name="connsiteY5" fmla="*/ 0 h 997744"/>
              <a:gd name="connsiteX6" fmla="*/ 0 w 1428750"/>
              <a:gd name="connsiteY6" fmla="*/ 0 h 997744"/>
              <a:gd name="connsiteX7" fmla="*/ 0 w 1428750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1219200 w 1404937"/>
              <a:gd name="connsiteY3" fmla="*/ 476250 h 997744"/>
              <a:gd name="connsiteX4" fmla="*/ 590550 w 1404937"/>
              <a:gd name="connsiteY4" fmla="*/ 540544 h 997744"/>
              <a:gd name="connsiteX5" fmla="*/ 590550 w 1404937"/>
              <a:gd name="connsiteY5" fmla="*/ 0 h 997744"/>
              <a:gd name="connsiteX6" fmla="*/ 0 w 1404937"/>
              <a:gd name="connsiteY6" fmla="*/ 0 h 997744"/>
              <a:gd name="connsiteX7" fmla="*/ 0 w 1404937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590550 w 1404937"/>
              <a:gd name="connsiteY3" fmla="*/ 540544 h 997744"/>
              <a:gd name="connsiteX4" fmla="*/ 590550 w 1404937"/>
              <a:gd name="connsiteY4" fmla="*/ 0 h 997744"/>
              <a:gd name="connsiteX5" fmla="*/ 0 w 1404937"/>
              <a:gd name="connsiteY5" fmla="*/ 0 h 997744"/>
              <a:gd name="connsiteX6" fmla="*/ 0 w 1404937"/>
              <a:gd name="connsiteY6" fmla="*/ 997744 h 997744"/>
              <a:gd name="connsiteX0" fmla="*/ 0 w 1404937"/>
              <a:gd name="connsiteY0" fmla="*/ 1614488 h 1614488"/>
              <a:gd name="connsiteX1" fmla="*/ 1404937 w 1404937"/>
              <a:gd name="connsiteY1" fmla="*/ 1614488 h 1614488"/>
              <a:gd name="connsiteX2" fmla="*/ 1404937 w 1404937"/>
              <a:gd name="connsiteY2" fmla="*/ 1154907 h 1614488"/>
              <a:gd name="connsiteX3" fmla="*/ 590550 w 1404937"/>
              <a:gd name="connsiteY3" fmla="*/ 1157288 h 1614488"/>
              <a:gd name="connsiteX4" fmla="*/ 592931 w 1404937"/>
              <a:gd name="connsiteY4" fmla="*/ 0 h 1614488"/>
              <a:gd name="connsiteX5" fmla="*/ 0 w 1404937"/>
              <a:gd name="connsiteY5" fmla="*/ 616744 h 1614488"/>
              <a:gd name="connsiteX6" fmla="*/ 0 w 1404937"/>
              <a:gd name="connsiteY6" fmla="*/ 1614488 h 1614488"/>
              <a:gd name="connsiteX0" fmla="*/ 0 w 1404937"/>
              <a:gd name="connsiteY0" fmla="*/ 2188369 h 2188369"/>
              <a:gd name="connsiteX1" fmla="*/ 1404937 w 1404937"/>
              <a:gd name="connsiteY1" fmla="*/ 2188369 h 2188369"/>
              <a:gd name="connsiteX2" fmla="*/ 1404937 w 1404937"/>
              <a:gd name="connsiteY2" fmla="*/ 1728788 h 2188369"/>
              <a:gd name="connsiteX3" fmla="*/ 590550 w 1404937"/>
              <a:gd name="connsiteY3" fmla="*/ 1731169 h 2188369"/>
              <a:gd name="connsiteX4" fmla="*/ 592931 w 1404937"/>
              <a:gd name="connsiteY4" fmla="*/ 573881 h 2188369"/>
              <a:gd name="connsiteX5" fmla="*/ 2382 w 1404937"/>
              <a:gd name="connsiteY5" fmla="*/ 0 h 2188369"/>
              <a:gd name="connsiteX6" fmla="*/ 0 w 1404937"/>
              <a:gd name="connsiteY6" fmla="*/ 2188369 h 2188369"/>
              <a:gd name="connsiteX0" fmla="*/ 0 w 1404937"/>
              <a:gd name="connsiteY0" fmla="*/ 2190750 h 2190750"/>
              <a:gd name="connsiteX1" fmla="*/ 1404937 w 1404937"/>
              <a:gd name="connsiteY1" fmla="*/ 2190750 h 2190750"/>
              <a:gd name="connsiteX2" fmla="*/ 1404937 w 1404937"/>
              <a:gd name="connsiteY2" fmla="*/ 1731169 h 2190750"/>
              <a:gd name="connsiteX3" fmla="*/ 590550 w 1404937"/>
              <a:gd name="connsiteY3" fmla="*/ 1733550 h 2190750"/>
              <a:gd name="connsiteX4" fmla="*/ 592931 w 1404937"/>
              <a:gd name="connsiteY4" fmla="*/ 0 h 2190750"/>
              <a:gd name="connsiteX5" fmla="*/ 2382 w 1404937"/>
              <a:gd name="connsiteY5" fmla="*/ 2381 h 2190750"/>
              <a:gd name="connsiteX6" fmla="*/ 0 w 1404937"/>
              <a:gd name="connsiteY6" fmla="*/ 219075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4937" h="2190750">
                <a:moveTo>
                  <a:pt x="0" y="2190750"/>
                </a:moveTo>
                <a:lnTo>
                  <a:pt x="1404937" y="2190750"/>
                </a:lnTo>
                <a:lnTo>
                  <a:pt x="1404937" y="1731169"/>
                </a:lnTo>
                <a:lnTo>
                  <a:pt x="590550" y="1733550"/>
                </a:lnTo>
                <a:cubicBezTo>
                  <a:pt x="591344" y="1347787"/>
                  <a:pt x="592137" y="385763"/>
                  <a:pt x="592931" y="0"/>
                </a:cubicBezTo>
                <a:lnTo>
                  <a:pt x="2382" y="2381"/>
                </a:lnTo>
                <a:cubicBezTo>
                  <a:pt x="3969" y="334962"/>
                  <a:pt x="3175" y="1858169"/>
                  <a:pt x="0" y="2190750"/>
                </a:cubicBez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0" name="Freeform 29"/>
          <p:cNvSpPr/>
          <p:nvPr userDrawn="1"/>
        </p:nvSpPr>
        <p:spPr>
          <a:xfrm>
            <a:off x="1442740" y="4073005"/>
            <a:ext cx="573016" cy="634240"/>
          </a:xfrm>
          <a:custGeom>
            <a:avLst/>
            <a:gdLst>
              <a:gd name="connsiteX0" fmla="*/ 0 w 483394"/>
              <a:gd name="connsiteY0" fmla="*/ 0 h 645319"/>
              <a:gd name="connsiteX1" fmla="*/ 0 w 483394"/>
              <a:gd name="connsiteY1" fmla="*/ 528638 h 645319"/>
              <a:gd name="connsiteX2" fmla="*/ 33338 w 483394"/>
              <a:gd name="connsiteY2" fmla="*/ 528638 h 645319"/>
              <a:gd name="connsiteX3" fmla="*/ 381000 w 483394"/>
              <a:gd name="connsiteY3" fmla="*/ 645319 h 645319"/>
              <a:gd name="connsiteX4" fmla="*/ 483394 w 483394"/>
              <a:gd name="connsiteY4" fmla="*/ 216694 h 645319"/>
              <a:gd name="connsiteX5" fmla="*/ 0 w 483394"/>
              <a:gd name="connsiteY5" fmla="*/ 0 h 645319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714375"/>
              <a:gd name="connsiteX1" fmla="*/ 0 w 1626394"/>
              <a:gd name="connsiteY1" fmla="*/ 528638 h 714375"/>
              <a:gd name="connsiteX2" fmla="*/ 354807 w 1626394"/>
              <a:gd name="connsiteY2" fmla="*/ 714375 h 714375"/>
              <a:gd name="connsiteX3" fmla="*/ 1626394 w 1626394"/>
              <a:gd name="connsiteY3" fmla="*/ 7144 h 714375"/>
              <a:gd name="connsiteX4" fmla="*/ 483394 w 1626394"/>
              <a:gd name="connsiteY4" fmla="*/ 216694 h 714375"/>
              <a:gd name="connsiteX5" fmla="*/ 0 w 1626394"/>
              <a:gd name="connsiteY5" fmla="*/ 0 h 714375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681404"/>
              <a:gd name="connsiteX1" fmla="*/ 0 w 1626394"/>
              <a:gd name="connsiteY1" fmla="*/ 528638 h 681404"/>
              <a:gd name="connsiteX2" fmla="*/ 1626394 w 1626394"/>
              <a:gd name="connsiteY2" fmla="*/ 7144 h 681404"/>
              <a:gd name="connsiteX3" fmla="*/ 483394 w 1626394"/>
              <a:gd name="connsiteY3" fmla="*/ 216694 h 681404"/>
              <a:gd name="connsiteX4" fmla="*/ 0 w 1626394"/>
              <a:gd name="connsiteY4" fmla="*/ 0 h 681404"/>
              <a:gd name="connsiteX0" fmla="*/ 0 w 1626394"/>
              <a:gd name="connsiteY0" fmla="*/ 0 h 661055"/>
              <a:gd name="connsiteX1" fmla="*/ 0 w 1626394"/>
              <a:gd name="connsiteY1" fmla="*/ 528638 h 661055"/>
              <a:gd name="connsiteX2" fmla="*/ 1626394 w 1626394"/>
              <a:gd name="connsiteY2" fmla="*/ 7144 h 661055"/>
              <a:gd name="connsiteX3" fmla="*/ 483394 w 1626394"/>
              <a:gd name="connsiteY3" fmla="*/ 216694 h 661055"/>
              <a:gd name="connsiteX4" fmla="*/ 0 w 1626394"/>
              <a:gd name="connsiteY4" fmla="*/ 0 h 661055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483394 w 1626394"/>
              <a:gd name="connsiteY3" fmla="*/ 216694 h 678971"/>
              <a:gd name="connsiteX4" fmla="*/ 0 w 1626394"/>
              <a:gd name="connsiteY4" fmla="*/ 0 h 678971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621506 w 1626394"/>
              <a:gd name="connsiteY3" fmla="*/ 233363 h 678971"/>
              <a:gd name="connsiteX4" fmla="*/ 0 w 1626394"/>
              <a:gd name="connsiteY4" fmla="*/ 0 h 67897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621506 w 1626394"/>
              <a:gd name="connsiteY3" fmla="*/ 238223 h 683831"/>
              <a:gd name="connsiteX4" fmla="*/ 0 w 1626394"/>
              <a:gd name="connsiteY4" fmla="*/ 4860 h 68383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1066800 w 1626394"/>
              <a:gd name="connsiteY3" fmla="*/ 135830 h 683831"/>
              <a:gd name="connsiteX4" fmla="*/ 621506 w 1626394"/>
              <a:gd name="connsiteY4" fmla="*/ 238223 h 683831"/>
              <a:gd name="connsiteX5" fmla="*/ 0 w 1626394"/>
              <a:gd name="connsiteY5" fmla="*/ 4860 h 683831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923925 w 1626394"/>
              <a:gd name="connsiteY3" fmla="*/ 0 h 790888"/>
              <a:gd name="connsiteX4" fmla="*/ 621506 w 1626394"/>
              <a:gd name="connsiteY4" fmla="*/ 345280 h 790888"/>
              <a:gd name="connsiteX5" fmla="*/ 0 w 1626394"/>
              <a:gd name="connsiteY5" fmla="*/ 111917 h 790888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1059656 w 1626394"/>
              <a:gd name="connsiteY3" fmla="*/ 23812 h 790888"/>
              <a:gd name="connsiteX4" fmla="*/ 923925 w 1626394"/>
              <a:gd name="connsiteY4" fmla="*/ 0 h 790888"/>
              <a:gd name="connsiteX5" fmla="*/ 621506 w 1626394"/>
              <a:gd name="connsiteY5" fmla="*/ 345280 h 790888"/>
              <a:gd name="connsiteX6" fmla="*/ 0 w 1626394"/>
              <a:gd name="connsiteY6" fmla="*/ 111917 h 790888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35310"/>
              <a:gd name="connsiteY0" fmla="*/ 538161 h 1066802"/>
              <a:gd name="connsiteX1" fmla="*/ 0 w 1635310"/>
              <a:gd name="connsiteY1" fmla="*/ 1066799 h 1066802"/>
              <a:gd name="connsiteX2" fmla="*/ 1626394 w 1635310"/>
              <a:gd name="connsiteY2" fmla="*/ 545305 h 1066802"/>
              <a:gd name="connsiteX3" fmla="*/ 1323974 w 1635310"/>
              <a:gd name="connsiteY3" fmla="*/ 0 h 1066802"/>
              <a:gd name="connsiteX4" fmla="*/ 923925 w 1635310"/>
              <a:gd name="connsiteY4" fmla="*/ 426244 h 1066802"/>
              <a:gd name="connsiteX5" fmla="*/ 621506 w 1635310"/>
              <a:gd name="connsiteY5" fmla="*/ 771524 h 1066802"/>
              <a:gd name="connsiteX6" fmla="*/ 0 w 1635310"/>
              <a:gd name="connsiteY6" fmla="*/ 538161 h 1066802"/>
              <a:gd name="connsiteX0" fmla="*/ 0 w 1632620"/>
              <a:gd name="connsiteY0" fmla="*/ 538161 h 1083110"/>
              <a:gd name="connsiteX1" fmla="*/ 0 w 1632620"/>
              <a:gd name="connsiteY1" fmla="*/ 1066799 h 1083110"/>
              <a:gd name="connsiteX2" fmla="*/ 1626394 w 1632620"/>
              <a:gd name="connsiteY2" fmla="*/ 545305 h 1083110"/>
              <a:gd name="connsiteX3" fmla="*/ 1323974 w 1632620"/>
              <a:gd name="connsiteY3" fmla="*/ 0 h 1083110"/>
              <a:gd name="connsiteX4" fmla="*/ 923925 w 1632620"/>
              <a:gd name="connsiteY4" fmla="*/ 426244 h 1083110"/>
              <a:gd name="connsiteX5" fmla="*/ 621506 w 1632620"/>
              <a:gd name="connsiteY5" fmla="*/ 771524 h 1083110"/>
              <a:gd name="connsiteX6" fmla="*/ 0 w 1632620"/>
              <a:gd name="connsiteY6" fmla="*/ 538161 h 1083110"/>
              <a:gd name="connsiteX0" fmla="*/ 0 w 1638832"/>
              <a:gd name="connsiteY0" fmla="*/ 538161 h 1079262"/>
              <a:gd name="connsiteX1" fmla="*/ 0 w 1638832"/>
              <a:gd name="connsiteY1" fmla="*/ 1066799 h 1079262"/>
              <a:gd name="connsiteX2" fmla="*/ 1626394 w 1638832"/>
              <a:gd name="connsiteY2" fmla="*/ 545305 h 1079262"/>
              <a:gd name="connsiteX3" fmla="*/ 1323974 w 1638832"/>
              <a:gd name="connsiteY3" fmla="*/ 0 h 1079262"/>
              <a:gd name="connsiteX4" fmla="*/ 923925 w 1638832"/>
              <a:gd name="connsiteY4" fmla="*/ 426244 h 1079262"/>
              <a:gd name="connsiteX5" fmla="*/ 621506 w 1638832"/>
              <a:gd name="connsiteY5" fmla="*/ 771524 h 1079262"/>
              <a:gd name="connsiteX6" fmla="*/ 0 w 1638832"/>
              <a:gd name="connsiteY6" fmla="*/ 538161 h 1079262"/>
              <a:gd name="connsiteX0" fmla="*/ 0 w 1629379"/>
              <a:gd name="connsiteY0" fmla="*/ 538161 h 1066897"/>
              <a:gd name="connsiteX1" fmla="*/ 0 w 1629379"/>
              <a:gd name="connsiteY1" fmla="*/ 1066799 h 1066897"/>
              <a:gd name="connsiteX2" fmla="*/ 1616869 w 1629379"/>
              <a:gd name="connsiteY2" fmla="*/ 409574 h 1066897"/>
              <a:gd name="connsiteX3" fmla="*/ 1323974 w 1629379"/>
              <a:gd name="connsiteY3" fmla="*/ 0 h 1066897"/>
              <a:gd name="connsiteX4" fmla="*/ 923925 w 1629379"/>
              <a:gd name="connsiteY4" fmla="*/ 426244 h 1066897"/>
              <a:gd name="connsiteX5" fmla="*/ 621506 w 1629379"/>
              <a:gd name="connsiteY5" fmla="*/ 771524 h 1066897"/>
              <a:gd name="connsiteX6" fmla="*/ 0 w 1629379"/>
              <a:gd name="connsiteY6" fmla="*/ 538161 h 1066897"/>
              <a:gd name="connsiteX0" fmla="*/ 0 w 1620913"/>
              <a:gd name="connsiteY0" fmla="*/ 538161 h 1107877"/>
              <a:gd name="connsiteX1" fmla="*/ 0 w 1620913"/>
              <a:gd name="connsiteY1" fmla="*/ 1066799 h 1107877"/>
              <a:gd name="connsiteX2" fmla="*/ 1616869 w 1620913"/>
              <a:gd name="connsiteY2" fmla="*/ 409574 h 1107877"/>
              <a:gd name="connsiteX3" fmla="*/ 1323974 w 1620913"/>
              <a:gd name="connsiteY3" fmla="*/ 0 h 1107877"/>
              <a:gd name="connsiteX4" fmla="*/ 923925 w 1620913"/>
              <a:gd name="connsiteY4" fmla="*/ 426244 h 1107877"/>
              <a:gd name="connsiteX5" fmla="*/ 621506 w 1620913"/>
              <a:gd name="connsiteY5" fmla="*/ 771524 h 1107877"/>
              <a:gd name="connsiteX6" fmla="*/ 0 w 1620913"/>
              <a:gd name="connsiteY6" fmla="*/ 538161 h 1107877"/>
              <a:gd name="connsiteX0" fmla="*/ 0 w 1620913"/>
              <a:gd name="connsiteY0" fmla="*/ 538161 h 1218265"/>
              <a:gd name="connsiteX1" fmla="*/ 0 w 1620913"/>
              <a:gd name="connsiteY1" fmla="*/ 1066799 h 1218265"/>
              <a:gd name="connsiteX2" fmla="*/ 1616869 w 1620913"/>
              <a:gd name="connsiteY2" fmla="*/ 409574 h 1218265"/>
              <a:gd name="connsiteX3" fmla="*/ 1323974 w 1620913"/>
              <a:gd name="connsiteY3" fmla="*/ 0 h 1218265"/>
              <a:gd name="connsiteX4" fmla="*/ 923925 w 1620913"/>
              <a:gd name="connsiteY4" fmla="*/ 426244 h 1218265"/>
              <a:gd name="connsiteX5" fmla="*/ 621506 w 1620913"/>
              <a:gd name="connsiteY5" fmla="*/ 771524 h 1218265"/>
              <a:gd name="connsiteX6" fmla="*/ 0 w 1620913"/>
              <a:gd name="connsiteY6" fmla="*/ 538161 h 1218265"/>
              <a:gd name="connsiteX0" fmla="*/ 0 w 1620913"/>
              <a:gd name="connsiteY0" fmla="*/ 538161 h 1066799"/>
              <a:gd name="connsiteX1" fmla="*/ 0 w 1620913"/>
              <a:gd name="connsiteY1" fmla="*/ 1066799 h 1066799"/>
              <a:gd name="connsiteX2" fmla="*/ 1616869 w 1620913"/>
              <a:gd name="connsiteY2" fmla="*/ 409574 h 1066799"/>
              <a:gd name="connsiteX3" fmla="*/ 1323974 w 1620913"/>
              <a:gd name="connsiteY3" fmla="*/ 0 h 1066799"/>
              <a:gd name="connsiteX4" fmla="*/ 923925 w 1620913"/>
              <a:gd name="connsiteY4" fmla="*/ 426244 h 1066799"/>
              <a:gd name="connsiteX5" fmla="*/ 621506 w 1620913"/>
              <a:gd name="connsiteY5" fmla="*/ 771524 h 1066799"/>
              <a:gd name="connsiteX6" fmla="*/ 0 w 1620913"/>
              <a:gd name="connsiteY6" fmla="*/ 538161 h 1066799"/>
              <a:gd name="connsiteX0" fmla="*/ 0 w 1620913"/>
              <a:gd name="connsiteY0" fmla="*/ 538161 h 1213299"/>
              <a:gd name="connsiteX1" fmla="*/ 0 w 1620913"/>
              <a:gd name="connsiteY1" fmla="*/ 1066799 h 1213299"/>
              <a:gd name="connsiteX2" fmla="*/ 1616869 w 1620913"/>
              <a:gd name="connsiteY2" fmla="*/ 409574 h 1213299"/>
              <a:gd name="connsiteX3" fmla="*/ 1323974 w 1620913"/>
              <a:gd name="connsiteY3" fmla="*/ 0 h 1213299"/>
              <a:gd name="connsiteX4" fmla="*/ 923925 w 1620913"/>
              <a:gd name="connsiteY4" fmla="*/ 426244 h 1213299"/>
              <a:gd name="connsiteX5" fmla="*/ 621506 w 1620913"/>
              <a:gd name="connsiteY5" fmla="*/ 771524 h 1213299"/>
              <a:gd name="connsiteX6" fmla="*/ 0 w 1620913"/>
              <a:gd name="connsiteY6" fmla="*/ 538161 h 121329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32881"/>
              <a:gd name="connsiteY0" fmla="*/ 538161 h 1232035"/>
              <a:gd name="connsiteX1" fmla="*/ 0 w 1632881"/>
              <a:gd name="connsiteY1" fmla="*/ 1066799 h 1232035"/>
              <a:gd name="connsiteX2" fmla="*/ 1621631 w 1632881"/>
              <a:gd name="connsiteY2" fmla="*/ 523874 h 1232035"/>
              <a:gd name="connsiteX3" fmla="*/ 1323974 w 1632881"/>
              <a:gd name="connsiteY3" fmla="*/ 0 h 1232035"/>
              <a:gd name="connsiteX4" fmla="*/ 923925 w 1632881"/>
              <a:gd name="connsiteY4" fmla="*/ 426244 h 1232035"/>
              <a:gd name="connsiteX5" fmla="*/ 621506 w 1632881"/>
              <a:gd name="connsiteY5" fmla="*/ 771524 h 1232035"/>
              <a:gd name="connsiteX6" fmla="*/ 0 w 1632881"/>
              <a:gd name="connsiteY6" fmla="*/ 538161 h 1232035"/>
              <a:gd name="connsiteX0" fmla="*/ 0 w 1622936"/>
              <a:gd name="connsiteY0" fmla="*/ 538161 h 1236750"/>
              <a:gd name="connsiteX1" fmla="*/ 0 w 1622936"/>
              <a:gd name="connsiteY1" fmla="*/ 1066799 h 1236750"/>
              <a:gd name="connsiteX2" fmla="*/ 1621631 w 1622936"/>
              <a:gd name="connsiteY2" fmla="*/ 523874 h 1236750"/>
              <a:gd name="connsiteX3" fmla="*/ 1323974 w 1622936"/>
              <a:gd name="connsiteY3" fmla="*/ 0 h 1236750"/>
              <a:gd name="connsiteX4" fmla="*/ 923925 w 1622936"/>
              <a:gd name="connsiteY4" fmla="*/ 426244 h 1236750"/>
              <a:gd name="connsiteX5" fmla="*/ 621506 w 1622936"/>
              <a:gd name="connsiteY5" fmla="*/ 771524 h 1236750"/>
              <a:gd name="connsiteX6" fmla="*/ 0 w 1622936"/>
              <a:gd name="connsiteY6" fmla="*/ 538161 h 1236750"/>
              <a:gd name="connsiteX0" fmla="*/ 0 w 1627932"/>
              <a:gd name="connsiteY0" fmla="*/ 538161 h 1227283"/>
              <a:gd name="connsiteX1" fmla="*/ 0 w 1627932"/>
              <a:gd name="connsiteY1" fmla="*/ 1066799 h 1227283"/>
              <a:gd name="connsiteX2" fmla="*/ 1621631 w 1627932"/>
              <a:gd name="connsiteY2" fmla="*/ 523874 h 1227283"/>
              <a:gd name="connsiteX3" fmla="*/ 1323974 w 1627932"/>
              <a:gd name="connsiteY3" fmla="*/ 0 h 1227283"/>
              <a:gd name="connsiteX4" fmla="*/ 923925 w 1627932"/>
              <a:gd name="connsiteY4" fmla="*/ 426244 h 1227283"/>
              <a:gd name="connsiteX5" fmla="*/ 621506 w 1627932"/>
              <a:gd name="connsiteY5" fmla="*/ 771524 h 1227283"/>
              <a:gd name="connsiteX6" fmla="*/ 0 w 1627932"/>
              <a:gd name="connsiteY6" fmla="*/ 538161 h 1227283"/>
              <a:gd name="connsiteX0" fmla="*/ 0 w 1627932"/>
              <a:gd name="connsiteY0" fmla="*/ 538161 h 1066799"/>
              <a:gd name="connsiteX1" fmla="*/ 0 w 1627932"/>
              <a:gd name="connsiteY1" fmla="*/ 1066799 h 1066799"/>
              <a:gd name="connsiteX2" fmla="*/ 1621631 w 1627932"/>
              <a:gd name="connsiteY2" fmla="*/ 523874 h 1066799"/>
              <a:gd name="connsiteX3" fmla="*/ 1323974 w 1627932"/>
              <a:gd name="connsiteY3" fmla="*/ 0 h 1066799"/>
              <a:gd name="connsiteX4" fmla="*/ 923925 w 1627932"/>
              <a:gd name="connsiteY4" fmla="*/ 426244 h 1066799"/>
              <a:gd name="connsiteX5" fmla="*/ 621506 w 1627932"/>
              <a:gd name="connsiteY5" fmla="*/ 771524 h 1066799"/>
              <a:gd name="connsiteX6" fmla="*/ 0 w 1627932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134969"/>
              <a:gd name="connsiteX1" fmla="*/ 0 w 1627647"/>
              <a:gd name="connsiteY1" fmla="*/ 1066799 h 1134969"/>
              <a:gd name="connsiteX2" fmla="*/ 1621631 w 1627647"/>
              <a:gd name="connsiteY2" fmla="*/ 523874 h 1134969"/>
              <a:gd name="connsiteX3" fmla="*/ 1323974 w 1627647"/>
              <a:gd name="connsiteY3" fmla="*/ 0 h 1134969"/>
              <a:gd name="connsiteX4" fmla="*/ 923925 w 1627647"/>
              <a:gd name="connsiteY4" fmla="*/ 426244 h 1134969"/>
              <a:gd name="connsiteX5" fmla="*/ 621506 w 1627647"/>
              <a:gd name="connsiteY5" fmla="*/ 771524 h 1134969"/>
              <a:gd name="connsiteX6" fmla="*/ 0 w 1627647"/>
              <a:gd name="connsiteY6" fmla="*/ 538161 h 1134969"/>
              <a:gd name="connsiteX0" fmla="*/ 0 w 1627647"/>
              <a:gd name="connsiteY0" fmla="*/ 538161 h 1213483"/>
              <a:gd name="connsiteX1" fmla="*/ 0 w 1627647"/>
              <a:gd name="connsiteY1" fmla="*/ 1066799 h 1213483"/>
              <a:gd name="connsiteX2" fmla="*/ 1621631 w 1627647"/>
              <a:gd name="connsiteY2" fmla="*/ 523874 h 1213483"/>
              <a:gd name="connsiteX3" fmla="*/ 1323974 w 1627647"/>
              <a:gd name="connsiteY3" fmla="*/ 0 h 1213483"/>
              <a:gd name="connsiteX4" fmla="*/ 923925 w 1627647"/>
              <a:gd name="connsiteY4" fmla="*/ 426244 h 1213483"/>
              <a:gd name="connsiteX5" fmla="*/ 621506 w 1627647"/>
              <a:gd name="connsiteY5" fmla="*/ 771524 h 1213483"/>
              <a:gd name="connsiteX6" fmla="*/ 0 w 1627647"/>
              <a:gd name="connsiteY6" fmla="*/ 538161 h 1213483"/>
              <a:gd name="connsiteX0" fmla="*/ 0 w 1627647"/>
              <a:gd name="connsiteY0" fmla="*/ 538161 h 1190326"/>
              <a:gd name="connsiteX1" fmla="*/ 0 w 1627647"/>
              <a:gd name="connsiteY1" fmla="*/ 1066799 h 1190326"/>
              <a:gd name="connsiteX2" fmla="*/ 1621631 w 1627647"/>
              <a:gd name="connsiteY2" fmla="*/ 523874 h 1190326"/>
              <a:gd name="connsiteX3" fmla="*/ 1323974 w 1627647"/>
              <a:gd name="connsiteY3" fmla="*/ 0 h 1190326"/>
              <a:gd name="connsiteX4" fmla="*/ 923925 w 1627647"/>
              <a:gd name="connsiteY4" fmla="*/ 426244 h 1190326"/>
              <a:gd name="connsiteX5" fmla="*/ 621506 w 1627647"/>
              <a:gd name="connsiteY5" fmla="*/ 771524 h 1190326"/>
              <a:gd name="connsiteX6" fmla="*/ 0 w 1627647"/>
              <a:gd name="connsiteY6" fmla="*/ 538161 h 1190326"/>
              <a:gd name="connsiteX0" fmla="*/ 0 w 1627647"/>
              <a:gd name="connsiteY0" fmla="*/ 538161 h 1219698"/>
              <a:gd name="connsiteX1" fmla="*/ 0 w 1627647"/>
              <a:gd name="connsiteY1" fmla="*/ 1066799 h 1219698"/>
              <a:gd name="connsiteX2" fmla="*/ 1621631 w 1627647"/>
              <a:gd name="connsiteY2" fmla="*/ 523874 h 1219698"/>
              <a:gd name="connsiteX3" fmla="*/ 1323974 w 1627647"/>
              <a:gd name="connsiteY3" fmla="*/ 0 h 1219698"/>
              <a:gd name="connsiteX4" fmla="*/ 923925 w 1627647"/>
              <a:gd name="connsiteY4" fmla="*/ 426244 h 1219698"/>
              <a:gd name="connsiteX5" fmla="*/ 621506 w 1627647"/>
              <a:gd name="connsiteY5" fmla="*/ 771524 h 1219698"/>
              <a:gd name="connsiteX6" fmla="*/ 0 w 1627647"/>
              <a:gd name="connsiteY6" fmla="*/ 538161 h 1219698"/>
              <a:gd name="connsiteX0" fmla="*/ 0 w 1627647"/>
              <a:gd name="connsiteY0" fmla="*/ 538161 h 1232307"/>
              <a:gd name="connsiteX1" fmla="*/ 0 w 1627647"/>
              <a:gd name="connsiteY1" fmla="*/ 1066799 h 1232307"/>
              <a:gd name="connsiteX2" fmla="*/ 1621631 w 1627647"/>
              <a:gd name="connsiteY2" fmla="*/ 523874 h 1232307"/>
              <a:gd name="connsiteX3" fmla="*/ 1323974 w 1627647"/>
              <a:gd name="connsiteY3" fmla="*/ 0 h 1232307"/>
              <a:gd name="connsiteX4" fmla="*/ 923925 w 1627647"/>
              <a:gd name="connsiteY4" fmla="*/ 426244 h 1232307"/>
              <a:gd name="connsiteX5" fmla="*/ 621506 w 1627647"/>
              <a:gd name="connsiteY5" fmla="*/ 771524 h 1232307"/>
              <a:gd name="connsiteX6" fmla="*/ 0 w 1627647"/>
              <a:gd name="connsiteY6" fmla="*/ 538161 h 1232307"/>
              <a:gd name="connsiteX0" fmla="*/ 0 w 1627647"/>
              <a:gd name="connsiteY0" fmla="*/ 538161 h 1217230"/>
              <a:gd name="connsiteX1" fmla="*/ 0 w 1627647"/>
              <a:gd name="connsiteY1" fmla="*/ 1066799 h 1217230"/>
              <a:gd name="connsiteX2" fmla="*/ 1621631 w 1627647"/>
              <a:gd name="connsiteY2" fmla="*/ 523874 h 1217230"/>
              <a:gd name="connsiteX3" fmla="*/ 1323974 w 1627647"/>
              <a:gd name="connsiteY3" fmla="*/ 0 h 1217230"/>
              <a:gd name="connsiteX4" fmla="*/ 923925 w 1627647"/>
              <a:gd name="connsiteY4" fmla="*/ 426244 h 1217230"/>
              <a:gd name="connsiteX5" fmla="*/ 621506 w 1627647"/>
              <a:gd name="connsiteY5" fmla="*/ 771524 h 1217230"/>
              <a:gd name="connsiteX6" fmla="*/ 0 w 1627647"/>
              <a:gd name="connsiteY6" fmla="*/ 538161 h 1217230"/>
              <a:gd name="connsiteX0" fmla="*/ 0 w 1627647"/>
              <a:gd name="connsiteY0" fmla="*/ 538161 h 1188997"/>
              <a:gd name="connsiteX1" fmla="*/ 0 w 1627647"/>
              <a:gd name="connsiteY1" fmla="*/ 1066799 h 1188997"/>
              <a:gd name="connsiteX2" fmla="*/ 1621631 w 1627647"/>
              <a:gd name="connsiteY2" fmla="*/ 523874 h 1188997"/>
              <a:gd name="connsiteX3" fmla="*/ 1323974 w 1627647"/>
              <a:gd name="connsiteY3" fmla="*/ 0 h 1188997"/>
              <a:gd name="connsiteX4" fmla="*/ 923925 w 1627647"/>
              <a:gd name="connsiteY4" fmla="*/ 426244 h 1188997"/>
              <a:gd name="connsiteX5" fmla="*/ 621506 w 1627647"/>
              <a:gd name="connsiteY5" fmla="*/ 771524 h 1188997"/>
              <a:gd name="connsiteX6" fmla="*/ 0 w 1627647"/>
              <a:gd name="connsiteY6" fmla="*/ 538161 h 1188997"/>
              <a:gd name="connsiteX0" fmla="*/ 0 w 1627647"/>
              <a:gd name="connsiteY0" fmla="*/ 538161 h 1216261"/>
              <a:gd name="connsiteX1" fmla="*/ 0 w 1627647"/>
              <a:gd name="connsiteY1" fmla="*/ 1066799 h 1216261"/>
              <a:gd name="connsiteX2" fmla="*/ 1621631 w 1627647"/>
              <a:gd name="connsiteY2" fmla="*/ 523874 h 1216261"/>
              <a:gd name="connsiteX3" fmla="*/ 1323974 w 1627647"/>
              <a:gd name="connsiteY3" fmla="*/ 0 h 1216261"/>
              <a:gd name="connsiteX4" fmla="*/ 923925 w 1627647"/>
              <a:gd name="connsiteY4" fmla="*/ 426244 h 1216261"/>
              <a:gd name="connsiteX5" fmla="*/ 621506 w 1627647"/>
              <a:gd name="connsiteY5" fmla="*/ 771524 h 1216261"/>
              <a:gd name="connsiteX6" fmla="*/ 0 w 1627647"/>
              <a:gd name="connsiteY6" fmla="*/ 538161 h 1216261"/>
              <a:gd name="connsiteX0" fmla="*/ 0 w 1627647"/>
              <a:gd name="connsiteY0" fmla="*/ 538161 h 1206398"/>
              <a:gd name="connsiteX1" fmla="*/ 0 w 1627647"/>
              <a:gd name="connsiteY1" fmla="*/ 1066799 h 1206398"/>
              <a:gd name="connsiteX2" fmla="*/ 1621631 w 1627647"/>
              <a:gd name="connsiteY2" fmla="*/ 523874 h 1206398"/>
              <a:gd name="connsiteX3" fmla="*/ 1323974 w 1627647"/>
              <a:gd name="connsiteY3" fmla="*/ 0 h 1206398"/>
              <a:gd name="connsiteX4" fmla="*/ 923925 w 1627647"/>
              <a:gd name="connsiteY4" fmla="*/ 426244 h 1206398"/>
              <a:gd name="connsiteX5" fmla="*/ 621506 w 1627647"/>
              <a:gd name="connsiteY5" fmla="*/ 771524 h 1206398"/>
              <a:gd name="connsiteX6" fmla="*/ 0 w 1627647"/>
              <a:gd name="connsiteY6" fmla="*/ 538161 h 1206398"/>
              <a:gd name="connsiteX0" fmla="*/ 0 w 1627647"/>
              <a:gd name="connsiteY0" fmla="*/ 538161 h 1218880"/>
              <a:gd name="connsiteX1" fmla="*/ 0 w 1627647"/>
              <a:gd name="connsiteY1" fmla="*/ 1066799 h 1218880"/>
              <a:gd name="connsiteX2" fmla="*/ 1621631 w 1627647"/>
              <a:gd name="connsiteY2" fmla="*/ 523874 h 1218880"/>
              <a:gd name="connsiteX3" fmla="*/ 1323974 w 1627647"/>
              <a:gd name="connsiteY3" fmla="*/ 0 h 1218880"/>
              <a:gd name="connsiteX4" fmla="*/ 923925 w 1627647"/>
              <a:gd name="connsiteY4" fmla="*/ 426244 h 1218880"/>
              <a:gd name="connsiteX5" fmla="*/ 621506 w 1627647"/>
              <a:gd name="connsiteY5" fmla="*/ 771524 h 1218880"/>
              <a:gd name="connsiteX6" fmla="*/ 0 w 1627647"/>
              <a:gd name="connsiteY6" fmla="*/ 538161 h 1218880"/>
              <a:gd name="connsiteX0" fmla="*/ 0 w 1627647"/>
              <a:gd name="connsiteY0" fmla="*/ 538161 h 1211596"/>
              <a:gd name="connsiteX1" fmla="*/ 0 w 1627647"/>
              <a:gd name="connsiteY1" fmla="*/ 1066799 h 1211596"/>
              <a:gd name="connsiteX2" fmla="*/ 1621631 w 1627647"/>
              <a:gd name="connsiteY2" fmla="*/ 523874 h 1211596"/>
              <a:gd name="connsiteX3" fmla="*/ 1323974 w 1627647"/>
              <a:gd name="connsiteY3" fmla="*/ 0 h 1211596"/>
              <a:gd name="connsiteX4" fmla="*/ 923925 w 1627647"/>
              <a:gd name="connsiteY4" fmla="*/ 426244 h 1211596"/>
              <a:gd name="connsiteX5" fmla="*/ 621506 w 1627647"/>
              <a:gd name="connsiteY5" fmla="*/ 771524 h 1211596"/>
              <a:gd name="connsiteX6" fmla="*/ 0 w 1627647"/>
              <a:gd name="connsiteY6" fmla="*/ 538161 h 1211596"/>
              <a:gd name="connsiteX0" fmla="*/ 0 w 1627647"/>
              <a:gd name="connsiteY0" fmla="*/ 538161 h 1217962"/>
              <a:gd name="connsiteX1" fmla="*/ 0 w 1627647"/>
              <a:gd name="connsiteY1" fmla="*/ 1066799 h 1217962"/>
              <a:gd name="connsiteX2" fmla="*/ 1621631 w 1627647"/>
              <a:gd name="connsiteY2" fmla="*/ 523874 h 1217962"/>
              <a:gd name="connsiteX3" fmla="*/ 1323974 w 1627647"/>
              <a:gd name="connsiteY3" fmla="*/ 0 h 1217962"/>
              <a:gd name="connsiteX4" fmla="*/ 923925 w 1627647"/>
              <a:gd name="connsiteY4" fmla="*/ 426244 h 1217962"/>
              <a:gd name="connsiteX5" fmla="*/ 621506 w 1627647"/>
              <a:gd name="connsiteY5" fmla="*/ 771524 h 1217962"/>
              <a:gd name="connsiteX6" fmla="*/ 0 w 1627647"/>
              <a:gd name="connsiteY6" fmla="*/ 538161 h 1217962"/>
              <a:gd name="connsiteX0" fmla="*/ 0 w 1627647"/>
              <a:gd name="connsiteY0" fmla="*/ 538161 h 1218399"/>
              <a:gd name="connsiteX1" fmla="*/ 0 w 1627647"/>
              <a:gd name="connsiteY1" fmla="*/ 1066799 h 1218399"/>
              <a:gd name="connsiteX2" fmla="*/ 1621631 w 1627647"/>
              <a:gd name="connsiteY2" fmla="*/ 523874 h 1218399"/>
              <a:gd name="connsiteX3" fmla="*/ 1323974 w 1627647"/>
              <a:gd name="connsiteY3" fmla="*/ 0 h 1218399"/>
              <a:gd name="connsiteX4" fmla="*/ 923925 w 1627647"/>
              <a:gd name="connsiteY4" fmla="*/ 426244 h 1218399"/>
              <a:gd name="connsiteX5" fmla="*/ 621506 w 1627647"/>
              <a:gd name="connsiteY5" fmla="*/ 771524 h 1218399"/>
              <a:gd name="connsiteX6" fmla="*/ 0 w 1627647"/>
              <a:gd name="connsiteY6" fmla="*/ 538161 h 121839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23925 w 1627647"/>
              <a:gd name="connsiteY4" fmla="*/ 426244 h 1212839"/>
              <a:gd name="connsiteX5" fmla="*/ 621506 w 1627647"/>
              <a:gd name="connsiteY5" fmla="*/ 771524 h 1212839"/>
              <a:gd name="connsiteX6" fmla="*/ 0 w 1627647"/>
              <a:gd name="connsiteY6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1078707 w 1627647"/>
              <a:gd name="connsiteY4" fmla="*/ 257177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595313 w 1627647"/>
              <a:gd name="connsiteY4" fmla="*/ 185739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73932 w 1627647"/>
              <a:gd name="connsiteY4" fmla="*/ 85727 h 1212839"/>
              <a:gd name="connsiteX5" fmla="*/ 595313 w 1627647"/>
              <a:gd name="connsiteY5" fmla="*/ 185739 h 1212839"/>
              <a:gd name="connsiteX6" fmla="*/ 923925 w 1627647"/>
              <a:gd name="connsiteY6" fmla="*/ 426244 h 1212839"/>
              <a:gd name="connsiteX7" fmla="*/ 621506 w 1627647"/>
              <a:gd name="connsiteY7" fmla="*/ 771524 h 1212839"/>
              <a:gd name="connsiteX8" fmla="*/ 0 w 1627647"/>
              <a:gd name="connsiteY8" fmla="*/ 538161 h 1212839"/>
              <a:gd name="connsiteX0" fmla="*/ 0 w 1627647"/>
              <a:gd name="connsiteY0" fmla="*/ 745328 h 1420006"/>
              <a:gd name="connsiteX1" fmla="*/ 0 w 1627647"/>
              <a:gd name="connsiteY1" fmla="*/ 1273966 h 1420006"/>
              <a:gd name="connsiteX2" fmla="*/ 1621631 w 1627647"/>
              <a:gd name="connsiteY2" fmla="*/ 731041 h 1420006"/>
              <a:gd name="connsiteX3" fmla="*/ 1323974 w 1627647"/>
              <a:gd name="connsiteY3" fmla="*/ 207167 h 1420006"/>
              <a:gd name="connsiteX4" fmla="*/ 835820 w 1627647"/>
              <a:gd name="connsiteY4" fmla="*/ 0 h 1420006"/>
              <a:gd name="connsiteX5" fmla="*/ 595313 w 1627647"/>
              <a:gd name="connsiteY5" fmla="*/ 392906 h 1420006"/>
              <a:gd name="connsiteX6" fmla="*/ 923925 w 1627647"/>
              <a:gd name="connsiteY6" fmla="*/ 633411 h 1420006"/>
              <a:gd name="connsiteX7" fmla="*/ 621506 w 1627647"/>
              <a:gd name="connsiteY7" fmla="*/ 978691 h 1420006"/>
              <a:gd name="connsiteX8" fmla="*/ 0 w 1627647"/>
              <a:gd name="connsiteY8" fmla="*/ 745328 h 1420006"/>
              <a:gd name="connsiteX0" fmla="*/ 0 w 1591281"/>
              <a:gd name="connsiteY0" fmla="*/ 745328 h 1469663"/>
              <a:gd name="connsiteX1" fmla="*/ 0 w 1591281"/>
              <a:gd name="connsiteY1" fmla="*/ 1273966 h 1469663"/>
              <a:gd name="connsiteX2" fmla="*/ 1574006 w 1591281"/>
              <a:gd name="connsiteY2" fmla="*/ 928685 h 1469663"/>
              <a:gd name="connsiteX3" fmla="*/ 1323974 w 1591281"/>
              <a:gd name="connsiteY3" fmla="*/ 207167 h 1469663"/>
              <a:gd name="connsiteX4" fmla="*/ 835820 w 1591281"/>
              <a:gd name="connsiteY4" fmla="*/ 0 h 1469663"/>
              <a:gd name="connsiteX5" fmla="*/ 595313 w 1591281"/>
              <a:gd name="connsiteY5" fmla="*/ 392906 h 1469663"/>
              <a:gd name="connsiteX6" fmla="*/ 923925 w 1591281"/>
              <a:gd name="connsiteY6" fmla="*/ 633411 h 1469663"/>
              <a:gd name="connsiteX7" fmla="*/ 621506 w 1591281"/>
              <a:gd name="connsiteY7" fmla="*/ 978691 h 1469663"/>
              <a:gd name="connsiteX8" fmla="*/ 0 w 1591281"/>
              <a:gd name="connsiteY8" fmla="*/ 745328 h 1469663"/>
              <a:gd name="connsiteX0" fmla="*/ 0 w 1591281"/>
              <a:gd name="connsiteY0" fmla="*/ 745328 h 1425021"/>
              <a:gd name="connsiteX1" fmla="*/ 0 w 1591281"/>
              <a:gd name="connsiteY1" fmla="*/ 1273966 h 1425021"/>
              <a:gd name="connsiteX2" fmla="*/ 1574006 w 1591281"/>
              <a:gd name="connsiteY2" fmla="*/ 928685 h 1425021"/>
              <a:gd name="connsiteX3" fmla="*/ 1323974 w 1591281"/>
              <a:gd name="connsiteY3" fmla="*/ 207167 h 1425021"/>
              <a:gd name="connsiteX4" fmla="*/ 835820 w 1591281"/>
              <a:gd name="connsiteY4" fmla="*/ 0 h 1425021"/>
              <a:gd name="connsiteX5" fmla="*/ 595313 w 1591281"/>
              <a:gd name="connsiteY5" fmla="*/ 392906 h 1425021"/>
              <a:gd name="connsiteX6" fmla="*/ 923925 w 1591281"/>
              <a:gd name="connsiteY6" fmla="*/ 633411 h 1425021"/>
              <a:gd name="connsiteX7" fmla="*/ 621506 w 1591281"/>
              <a:gd name="connsiteY7" fmla="*/ 978691 h 1425021"/>
              <a:gd name="connsiteX8" fmla="*/ 0 w 1591281"/>
              <a:gd name="connsiteY8" fmla="*/ 745328 h 1425021"/>
              <a:gd name="connsiteX0" fmla="*/ 0 w 1622856"/>
              <a:gd name="connsiteY0" fmla="*/ 745328 h 1425021"/>
              <a:gd name="connsiteX1" fmla="*/ 0 w 1622856"/>
              <a:gd name="connsiteY1" fmla="*/ 1273966 h 1425021"/>
              <a:gd name="connsiteX2" fmla="*/ 1574006 w 1622856"/>
              <a:gd name="connsiteY2" fmla="*/ 928685 h 1425021"/>
              <a:gd name="connsiteX3" fmla="*/ 1323974 w 1622856"/>
              <a:gd name="connsiteY3" fmla="*/ 207167 h 1425021"/>
              <a:gd name="connsiteX4" fmla="*/ 835820 w 1622856"/>
              <a:gd name="connsiteY4" fmla="*/ 0 h 1425021"/>
              <a:gd name="connsiteX5" fmla="*/ 595313 w 1622856"/>
              <a:gd name="connsiteY5" fmla="*/ 392906 h 1425021"/>
              <a:gd name="connsiteX6" fmla="*/ 923925 w 1622856"/>
              <a:gd name="connsiteY6" fmla="*/ 633411 h 1425021"/>
              <a:gd name="connsiteX7" fmla="*/ 621506 w 1622856"/>
              <a:gd name="connsiteY7" fmla="*/ 978691 h 1425021"/>
              <a:gd name="connsiteX8" fmla="*/ 0 w 1622856"/>
              <a:gd name="connsiteY8" fmla="*/ 745328 h 1425021"/>
              <a:gd name="connsiteX0" fmla="*/ 0 w 1608710"/>
              <a:gd name="connsiteY0" fmla="*/ 745328 h 1425021"/>
              <a:gd name="connsiteX1" fmla="*/ 0 w 1608710"/>
              <a:gd name="connsiteY1" fmla="*/ 1273966 h 1425021"/>
              <a:gd name="connsiteX2" fmla="*/ 1574006 w 1608710"/>
              <a:gd name="connsiteY2" fmla="*/ 928685 h 1425021"/>
              <a:gd name="connsiteX3" fmla="*/ 1264443 w 1608710"/>
              <a:gd name="connsiteY3" fmla="*/ 166686 h 1425021"/>
              <a:gd name="connsiteX4" fmla="*/ 835820 w 1608710"/>
              <a:gd name="connsiteY4" fmla="*/ 0 h 1425021"/>
              <a:gd name="connsiteX5" fmla="*/ 595313 w 1608710"/>
              <a:gd name="connsiteY5" fmla="*/ 392906 h 1425021"/>
              <a:gd name="connsiteX6" fmla="*/ 923925 w 1608710"/>
              <a:gd name="connsiteY6" fmla="*/ 633411 h 1425021"/>
              <a:gd name="connsiteX7" fmla="*/ 621506 w 1608710"/>
              <a:gd name="connsiteY7" fmla="*/ 978691 h 1425021"/>
              <a:gd name="connsiteX8" fmla="*/ 0 w 1608710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709613 w 1623138"/>
              <a:gd name="connsiteY5" fmla="*/ 207169 h 1425021"/>
              <a:gd name="connsiteX6" fmla="*/ 595313 w 1623138"/>
              <a:gd name="connsiteY6" fmla="*/ 392906 h 1425021"/>
              <a:gd name="connsiteX7" fmla="*/ 923925 w 1623138"/>
              <a:gd name="connsiteY7" fmla="*/ 633411 h 1425021"/>
              <a:gd name="connsiteX8" fmla="*/ 621506 w 1623138"/>
              <a:gd name="connsiteY8" fmla="*/ 978691 h 1425021"/>
              <a:gd name="connsiteX9" fmla="*/ 0 w 1623138"/>
              <a:gd name="connsiteY9" fmla="*/ 745328 h 1425021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421482 w 1623138"/>
              <a:gd name="connsiteY5" fmla="*/ 0 h 1477409"/>
              <a:gd name="connsiteX6" fmla="*/ 595313 w 1623138"/>
              <a:gd name="connsiteY6" fmla="*/ 445294 h 1477409"/>
              <a:gd name="connsiteX7" fmla="*/ 923925 w 1623138"/>
              <a:gd name="connsiteY7" fmla="*/ 685799 h 1477409"/>
              <a:gd name="connsiteX8" fmla="*/ 621506 w 1623138"/>
              <a:gd name="connsiteY8" fmla="*/ 1031079 h 1477409"/>
              <a:gd name="connsiteX9" fmla="*/ 0 w 1623138"/>
              <a:gd name="connsiteY9" fmla="*/ 797716 h 1477409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654844 w 1623138"/>
              <a:gd name="connsiteY5" fmla="*/ 26194 h 1477409"/>
              <a:gd name="connsiteX6" fmla="*/ 421482 w 1623138"/>
              <a:gd name="connsiteY6" fmla="*/ 0 h 1477409"/>
              <a:gd name="connsiteX7" fmla="*/ 595313 w 1623138"/>
              <a:gd name="connsiteY7" fmla="*/ 445294 h 1477409"/>
              <a:gd name="connsiteX8" fmla="*/ 923925 w 1623138"/>
              <a:gd name="connsiteY8" fmla="*/ 685799 h 1477409"/>
              <a:gd name="connsiteX9" fmla="*/ 621506 w 1623138"/>
              <a:gd name="connsiteY9" fmla="*/ 1031079 h 1477409"/>
              <a:gd name="connsiteX10" fmla="*/ 0 w 1623138"/>
              <a:gd name="connsiteY10" fmla="*/ 797716 h 1477409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652572"/>
              <a:gd name="connsiteX1" fmla="*/ 0 w 1623138"/>
              <a:gd name="connsiteY1" fmla="*/ 1647822 h 1652572"/>
              <a:gd name="connsiteX2" fmla="*/ 1574006 w 1623138"/>
              <a:gd name="connsiteY2" fmla="*/ 1302541 h 1652572"/>
              <a:gd name="connsiteX3" fmla="*/ 1264443 w 1623138"/>
              <a:gd name="connsiteY3" fmla="*/ 540542 h 1652572"/>
              <a:gd name="connsiteX4" fmla="*/ 835820 w 1623138"/>
              <a:gd name="connsiteY4" fmla="*/ 373856 h 1652572"/>
              <a:gd name="connsiteX5" fmla="*/ 807244 w 1623138"/>
              <a:gd name="connsiteY5" fmla="*/ 0 h 1652572"/>
              <a:gd name="connsiteX6" fmla="*/ 421482 w 1623138"/>
              <a:gd name="connsiteY6" fmla="*/ 321468 h 1652572"/>
              <a:gd name="connsiteX7" fmla="*/ 595313 w 1623138"/>
              <a:gd name="connsiteY7" fmla="*/ 766762 h 1652572"/>
              <a:gd name="connsiteX8" fmla="*/ 923925 w 1623138"/>
              <a:gd name="connsiteY8" fmla="*/ 1007267 h 1652572"/>
              <a:gd name="connsiteX9" fmla="*/ 621506 w 1623138"/>
              <a:gd name="connsiteY9" fmla="*/ 1352547 h 1652572"/>
              <a:gd name="connsiteX10" fmla="*/ 0 w 1623138"/>
              <a:gd name="connsiteY10" fmla="*/ 1119184 h 1652572"/>
              <a:gd name="connsiteX0" fmla="*/ 0 w 1627271"/>
              <a:gd name="connsiteY0" fmla="*/ 1119184 h 1712926"/>
              <a:gd name="connsiteX1" fmla="*/ 0 w 1627271"/>
              <a:gd name="connsiteY1" fmla="*/ 1647822 h 1712926"/>
              <a:gd name="connsiteX2" fmla="*/ 1574006 w 1627271"/>
              <a:gd name="connsiteY2" fmla="*/ 1302541 h 1712926"/>
              <a:gd name="connsiteX3" fmla="*/ 1264443 w 1627271"/>
              <a:gd name="connsiteY3" fmla="*/ 540542 h 1712926"/>
              <a:gd name="connsiteX4" fmla="*/ 835820 w 1627271"/>
              <a:gd name="connsiteY4" fmla="*/ 373856 h 1712926"/>
              <a:gd name="connsiteX5" fmla="*/ 807244 w 1627271"/>
              <a:gd name="connsiteY5" fmla="*/ 0 h 1712926"/>
              <a:gd name="connsiteX6" fmla="*/ 421482 w 1627271"/>
              <a:gd name="connsiteY6" fmla="*/ 321468 h 1712926"/>
              <a:gd name="connsiteX7" fmla="*/ 595313 w 1627271"/>
              <a:gd name="connsiteY7" fmla="*/ 766762 h 1712926"/>
              <a:gd name="connsiteX8" fmla="*/ 923925 w 1627271"/>
              <a:gd name="connsiteY8" fmla="*/ 1007267 h 1712926"/>
              <a:gd name="connsiteX9" fmla="*/ 621506 w 1627271"/>
              <a:gd name="connsiteY9" fmla="*/ 1352547 h 1712926"/>
              <a:gd name="connsiteX10" fmla="*/ 0 w 1627271"/>
              <a:gd name="connsiteY10" fmla="*/ 1119184 h 1712926"/>
              <a:gd name="connsiteX0" fmla="*/ 0 w 1627271"/>
              <a:gd name="connsiteY0" fmla="*/ 1119184 h 1797816"/>
              <a:gd name="connsiteX1" fmla="*/ 0 w 1627271"/>
              <a:gd name="connsiteY1" fmla="*/ 1647822 h 1797816"/>
              <a:gd name="connsiteX2" fmla="*/ 1574006 w 1627271"/>
              <a:gd name="connsiteY2" fmla="*/ 1302541 h 1797816"/>
              <a:gd name="connsiteX3" fmla="*/ 1264443 w 1627271"/>
              <a:gd name="connsiteY3" fmla="*/ 540542 h 1797816"/>
              <a:gd name="connsiteX4" fmla="*/ 835820 w 1627271"/>
              <a:gd name="connsiteY4" fmla="*/ 373856 h 1797816"/>
              <a:gd name="connsiteX5" fmla="*/ 807244 w 1627271"/>
              <a:gd name="connsiteY5" fmla="*/ 0 h 1797816"/>
              <a:gd name="connsiteX6" fmla="*/ 421482 w 1627271"/>
              <a:gd name="connsiteY6" fmla="*/ 321468 h 1797816"/>
              <a:gd name="connsiteX7" fmla="*/ 595313 w 1627271"/>
              <a:gd name="connsiteY7" fmla="*/ 766762 h 1797816"/>
              <a:gd name="connsiteX8" fmla="*/ 923925 w 1627271"/>
              <a:gd name="connsiteY8" fmla="*/ 1007267 h 1797816"/>
              <a:gd name="connsiteX9" fmla="*/ 621506 w 1627271"/>
              <a:gd name="connsiteY9" fmla="*/ 1352547 h 1797816"/>
              <a:gd name="connsiteX10" fmla="*/ 0 w 1627271"/>
              <a:gd name="connsiteY10" fmla="*/ 1119184 h 1797816"/>
              <a:gd name="connsiteX0" fmla="*/ 0 w 1622231"/>
              <a:gd name="connsiteY0" fmla="*/ 1119184 h 1773253"/>
              <a:gd name="connsiteX1" fmla="*/ 0 w 1622231"/>
              <a:gd name="connsiteY1" fmla="*/ 1647822 h 1773253"/>
              <a:gd name="connsiteX2" fmla="*/ 1574006 w 1622231"/>
              <a:gd name="connsiteY2" fmla="*/ 1302541 h 1773253"/>
              <a:gd name="connsiteX3" fmla="*/ 1264443 w 1622231"/>
              <a:gd name="connsiteY3" fmla="*/ 540542 h 1773253"/>
              <a:gd name="connsiteX4" fmla="*/ 835820 w 1622231"/>
              <a:gd name="connsiteY4" fmla="*/ 373856 h 1773253"/>
              <a:gd name="connsiteX5" fmla="*/ 807244 w 1622231"/>
              <a:gd name="connsiteY5" fmla="*/ 0 h 1773253"/>
              <a:gd name="connsiteX6" fmla="*/ 421482 w 1622231"/>
              <a:gd name="connsiteY6" fmla="*/ 321468 h 1773253"/>
              <a:gd name="connsiteX7" fmla="*/ 595313 w 1622231"/>
              <a:gd name="connsiteY7" fmla="*/ 766762 h 1773253"/>
              <a:gd name="connsiteX8" fmla="*/ 923925 w 1622231"/>
              <a:gd name="connsiteY8" fmla="*/ 1007267 h 1773253"/>
              <a:gd name="connsiteX9" fmla="*/ 621506 w 1622231"/>
              <a:gd name="connsiteY9" fmla="*/ 1352547 h 1773253"/>
              <a:gd name="connsiteX10" fmla="*/ 0 w 1622231"/>
              <a:gd name="connsiteY10" fmla="*/ 1119184 h 1773253"/>
              <a:gd name="connsiteX0" fmla="*/ 0 w 1622231"/>
              <a:gd name="connsiteY0" fmla="*/ 1119184 h 1800701"/>
              <a:gd name="connsiteX1" fmla="*/ 0 w 1622231"/>
              <a:gd name="connsiteY1" fmla="*/ 1647822 h 1800701"/>
              <a:gd name="connsiteX2" fmla="*/ 1574006 w 1622231"/>
              <a:gd name="connsiteY2" fmla="*/ 1302541 h 1800701"/>
              <a:gd name="connsiteX3" fmla="*/ 1264443 w 1622231"/>
              <a:gd name="connsiteY3" fmla="*/ 540542 h 1800701"/>
              <a:gd name="connsiteX4" fmla="*/ 835820 w 1622231"/>
              <a:gd name="connsiteY4" fmla="*/ 373856 h 1800701"/>
              <a:gd name="connsiteX5" fmla="*/ 807244 w 1622231"/>
              <a:gd name="connsiteY5" fmla="*/ 0 h 1800701"/>
              <a:gd name="connsiteX6" fmla="*/ 421482 w 1622231"/>
              <a:gd name="connsiteY6" fmla="*/ 321468 h 1800701"/>
              <a:gd name="connsiteX7" fmla="*/ 595313 w 1622231"/>
              <a:gd name="connsiteY7" fmla="*/ 766762 h 1800701"/>
              <a:gd name="connsiteX8" fmla="*/ 923925 w 1622231"/>
              <a:gd name="connsiteY8" fmla="*/ 1007267 h 1800701"/>
              <a:gd name="connsiteX9" fmla="*/ 621506 w 1622231"/>
              <a:gd name="connsiteY9" fmla="*/ 1352547 h 1800701"/>
              <a:gd name="connsiteX10" fmla="*/ 0 w 1622231"/>
              <a:gd name="connsiteY10" fmla="*/ 1119184 h 1800701"/>
              <a:gd name="connsiteX0" fmla="*/ 0 w 1552023"/>
              <a:gd name="connsiteY0" fmla="*/ 1119184 h 1859749"/>
              <a:gd name="connsiteX1" fmla="*/ 0 w 1552023"/>
              <a:gd name="connsiteY1" fmla="*/ 1647822 h 1859749"/>
              <a:gd name="connsiteX2" fmla="*/ 1462087 w 1552023"/>
              <a:gd name="connsiteY2" fmla="*/ 1469229 h 1859749"/>
              <a:gd name="connsiteX3" fmla="*/ 1264443 w 1552023"/>
              <a:gd name="connsiteY3" fmla="*/ 540542 h 1859749"/>
              <a:gd name="connsiteX4" fmla="*/ 835820 w 1552023"/>
              <a:gd name="connsiteY4" fmla="*/ 373856 h 1859749"/>
              <a:gd name="connsiteX5" fmla="*/ 807244 w 1552023"/>
              <a:gd name="connsiteY5" fmla="*/ 0 h 1859749"/>
              <a:gd name="connsiteX6" fmla="*/ 421482 w 1552023"/>
              <a:gd name="connsiteY6" fmla="*/ 321468 h 1859749"/>
              <a:gd name="connsiteX7" fmla="*/ 595313 w 1552023"/>
              <a:gd name="connsiteY7" fmla="*/ 766762 h 1859749"/>
              <a:gd name="connsiteX8" fmla="*/ 923925 w 1552023"/>
              <a:gd name="connsiteY8" fmla="*/ 1007267 h 1859749"/>
              <a:gd name="connsiteX9" fmla="*/ 621506 w 1552023"/>
              <a:gd name="connsiteY9" fmla="*/ 1352547 h 1859749"/>
              <a:gd name="connsiteX10" fmla="*/ 0 w 1552023"/>
              <a:gd name="connsiteY10" fmla="*/ 1119184 h 1859749"/>
              <a:gd name="connsiteX0" fmla="*/ 0 w 1571973"/>
              <a:gd name="connsiteY0" fmla="*/ 1119184 h 1800114"/>
              <a:gd name="connsiteX1" fmla="*/ 0 w 1571973"/>
              <a:gd name="connsiteY1" fmla="*/ 1647822 h 1800114"/>
              <a:gd name="connsiteX2" fmla="*/ 1462087 w 1571973"/>
              <a:gd name="connsiteY2" fmla="*/ 1469229 h 1800114"/>
              <a:gd name="connsiteX3" fmla="*/ 1264443 w 1571973"/>
              <a:gd name="connsiteY3" fmla="*/ 540542 h 1800114"/>
              <a:gd name="connsiteX4" fmla="*/ 835820 w 1571973"/>
              <a:gd name="connsiteY4" fmla="*/ 373856 h 1800114"/>
              <a:gd name="connsiteX5" fmla="*/ 807244 w 1571973"/>
              <a:gd name="connsiteY5" fmla="*/ 0 h 1800114"/>
              <a:gd name="connsiteX6" fmla="*/ 421482 w 1571973"/>
              <a:gd name="connsiteY6" fmla="*/ 321468 h 1800114"/>
              <a:gd name="connsiteX7" fmla="*/ 595313 w 1571973"/>
              <a:gd name="connsiteY7" fmla="*/ 766762 h 1800114"/>
              <a:gd name="connsiteX8" fmla="*/ 923925 w 1571973"/>
              <a:gd name="connsiteY8" fmla="*/ 1007267 h 1800114"/>
              <a:gd name="connsiteX9" fmla="*/ 621506 w 1571973"/>
              <a:gd name="connsiteY9" fmla="*/ 1352547 h 1800114"/>
              <a:gd name="connsiteX10" fmla="*/ 0 w 1571973"/>
              <a:gd name="connsiteY10" fmla="*/ 1119184 h 1800114"/>
              <a:gd name="connsiteX0" fmla="*/ 0 w 1620477"/>
              <a:gd name="connsiteY0" fmla="*/ 1119184 h 1800815"/>
              <a:gd name="connsiteX1" fmla="*/ 0 w 1620477"/>
              <a:gd name="connsiteY1" fmla="*/ 1647822 h 1800815"/>
              <a:gd name="connsiteX2" fmla="*/ 1462087 w 1620477"/>
              <a:gd name="connsiteY2" fmla="*/ 1469229 h 1800815"/>
              <a:gd name="connsiteX3" fmla="*/ 1264443 w 1620477"/>
              <a:gd name="connsiteY3" fmla="*/ 540542 h 1800815"/>
              <a:gd name="connsiteX4" fmla="*/ 835820 w 1620477"/>
              <a:gd name="connsiteY4" fmla="*/ 373856 h 1800815"/>
              <a:gd name="connsiteX5" fmla="*/ 807244 w 1620477"/>
              <a:gd name="connsiteY5" fmla="*/ 0 h 1800815"/>
              <a:gd name="connsiteX6" fmla="*/ 421482 w 1620477"/>
              <a:gd name="connsiteY6" fmla="*/ 321468 h 1800815"/>
              <a:gd name="connsiteX7" fmla="*/ 595313 w 1620477"/>
              <a:gd name="connsiteY7" fmla="*/ 766762 h 1800815"/>
              <a:gd name="connsiteX8" fmla="*/ 923925 w 1620477"/>
              <a:gd name="connsiteY8" fmla="*/ 1007267 h 1800815"/>
              <a:gd name="connsiteX9" fmla="*/ 621506 w 1620477"/>
              <a:gd name="connsiteY9" fmla="*/ 1352547 h 1800815"/>
              <a:gd name="connsiteX10" fmla="*/ 0 w 1620477"/>
              <a:gd name="connsiteY10" fmla="*/ 1119184 h 1800815"/>
              <a:gd name="connsiteX0" fmla="*/ 0 w 1629436"/>
              <a:gd name="connsiteY0" fmla="*/ 1119184 h 1799377"/>
              <a:gd name="connsiteX1" fmla="*/ 0 w 1629436"/>
              <a:gd name="connsiteY1" fmla="*/ 1647822 h 1799377"/>
              <a:gd name="connsiteX2" fmla="*/ 1476374 w 1629436"/>
              <a:gd name="connsiteY2" fmla="*/ 1464467 h 1799377"/>
              <a:gd name="connsiteX3" fmla="*/ 1264443 w 1629436"/>
              <a:gd name="connsiteY3" fmla="*/ 540542 h 1799377"/>
              <a:gd name="connsiteX4" fmla="*/ 835820 w 1629436"/>
              <a:gd name="connsiteY4" fmla="*/ 373856 h 1799377"/>
              <a:gd name="connsiteX5" fmla="*/ 807244 w 1629436"/>
              <a:gd name="connsiteY5" fmla="*/ 0 h 1799377"/>
              <a:gd name="connsiteX6" fmla="*/ 421482 w 1629436"/>
              <a:gd name="connsiteY6" fmla="*/ 321468 h 1799377"/>
              <a:gd name="connsiteX7" fmla="*/ 595313 w 1629436"/>
              <a:gd name="connsiteY7" fmla="*/ 766762 h 1799377"/>
              <a:gd name="connsiteX8" fmla="*/ 923925 w 1629436"/>
              <a:gd name="connsiteY8" fmla="*/ 1007267 h 1799377"/>
              <a:gd name="connsiteX9" fmla="*/ 621506 w 1629436"/>
              <a:gd name="connsiteY9" fmla="*/ 1352547 h 1799377"/>
              <a:gd name="connsiteX10" fmla="*/ 0 w 1629436"/>
              <a:gd name="connsiteY10" fmla="*/ 1119184 h 1799377"/>
              <a:gd name="connsiteX0" fmla="*/ 0 w 1606110"/>
              <a:gd name="connsiteY0" fmla="*/ 1119184 h 1796213"/>
              <a:gd name="connsiteX1" fmla="*/ 0 w 1606110"/>
              <a:gd name="connsiteY1" fmla="*/ 1647822 h 1796213"/>
              <a:gd name="connsiteX2" fmla="*/ 1476374 w 1606110"/>
              <a:gd name="connsiteY2" fmla="*/ 1464467 h 1796213"/>
              <a:gd name="connsiteX3" fmla="*/ 1264443 w 1606110"/>
              <a:gd name="connsiteY3" fmla="*/ 540542 h 1796213"/>
              <a:gd name="connsiteX4" fmla="*/ 835820 w 1606110"/>
              <a:gd name="connsiteY4" fmla="*/ 373856 h 1796213"/>
              <a:gd name="connsiteX5" fmla="*/ 807244 w 1606110"/>
              <a:gd name="connsiteY5" fmla="*/ 0 h 1796213"/>
              <a:gd name="connsiteX6" fmla="*/ 421482 w 1606110"/>
              <a:gd name="connsiteY6" fmla="*/ 321468 h 1796213"/>
              <a:gd name="connsiteX7" fmla="*/ 595313 w 1606110"/>
              <a:gd name="connsiteY7" fmla="*/ 766762 h 1796213"/>
              <a:gd name="connsiteX8" fmla="*/ 923925 w 1606110"/>
              <a:gd name="connsiteY8" fmla="*/ 1007267 h 1796213"/>
              <a:gd name="connsiteX9" fmla="*/ 621506 w 1606110"/>
              <a:gd name="connsiteY9" fmla="*/ 1352547 h 1796213"/>
              <a:gd name="connsiteX10" fmla="*/ 0 w 1606110"/>
              <a:gd name="connsiteY10" fmla="*/ 1119184 h 1796213"/>
              <a:gd name="connsiteX0" fmla="*/ 0 w 1625337"/>
              <a:gd name="connsiteY0" fmla="*/ 1119184 h 1796213"/>
              <a:gd name="connsiteX1" fmla="*/ 0 w 1625337"/>
              <a:gd name="connsiteY1" fmla="*/ 1647822 h 1796213"/>
              <a:gd name="connsiteX2" fmla="*/ 1476374 w 1625337"/>
              <a:gd name="connsiteY2" fmla="*/ 1464467 h 1796213"/>
              <a:gd name="connsiteX3" fmla="*/ 1264443 w 1625337"/>
              <a:gd name="connsiteY3" fmla="*/ 540542 h 1796213"/>
              <a:gd name="connsiteX4" fmla="*/ 835820 w 1625337"/>
              <a:gd name="connsiteY4" fmla="*/ 373856 h 1796213"/>
              <a:gd name="connsiteX5" fmla="*/ 807244 w 1625337"/>
              <a:gd name="connsiteY5" fmla="*/ 0 h 1796213"/>
              <a:gd name="connsiteX6" fmla="*/ 421482 w 1625337"/>
              <a:gd name="connsiteY6" fmla="*/ 321468 h 1796213"/>
              <a:gd name="connsiteX7" fmla="*/ 595313 w 1625337"/>
              <a:gd name="connsiteY7" fmla="*/ 766762 h 1796213"/>
              <a:gd name="connsiteX8" fmla="*/ 923925 w 1625337"/>
              <a:gd name="connsiteY8" fmla="*/ 1007267 h 1796213"/>
              <a:gd name="connsiteX9" fmla="*/ 621506 w 1625337"/>
              <a:gd name="connsiteY9" fmla="*/ 1352547 h 1796213"/>
              <a:gd name="connsiteX10" fmla="*/ 0 w 1625337"/>
              <a:gd name="connsiteY10" fmla="*/ 1119184 h 1796213"/>
              <a:gd name="connsiteX0" fmla="*/ 0 w 1625337"/>
              <a:gd name="connsiteY0" fmla="*/ 1119184 h 1803595"/>
              <a:gd name="connsiteX1" fmla="*/ 0 w 1625337"/>
              <a:gd name="connsiteY1" fmla="*/ 1647822 h 1803595"/>
              <a:gd name="connsiteX2" fmla="*/ 1476374 w 1625337"/>
              <a:gd name="connsiteY2" fmla="*/ 1464467 h 1803595"/>
              <a:gd name="connsiteX3" fmla="*/ 1264443 w 1625337"/>
              <a:gd name="connsiteY3" fmla="*/ 540542 h 1803595"/>
              <a:gd name="connsiteX4" fmla="*/ 835820 w 1625337"/>
              <a:gd name="connsiteY4" fmla="*/ 373856 h 1803595"/>
              <a:gd name="connsiteX5" fmla="*/ 807244 w 1625337"/>
              <a:gd name="connsiteY5" fmla="*/ 0 h 1803595"/>
              <a:gd name="connsiteX6" fmla="*/ 421482 w 1625337"/>
              <a:gd name="connsiteY6" fmla="*/ 321468 h 1803595"/>
              <a:gd name="connsiteX7" fmla="*/ 595313 w 1625337"/>
              <a:gd name="connsiteY7" fmla="*/ 766762 h 1803595"/>
              <a:gd name="connsiteX8" fmla="*/ 923925 w 1625337"/>
              <a:gd name="connsiteY8" fmla="*/ 1007267 h 1803595"/>
              <a:gd name="connsiteX9" fmla="*/ 621506 w 1625337"/>
              <a:gd name="connsiteY9" fmla="*/ 1352547 h 1803595"/>
              <a:gd name="connsiteX10" fmla="*/ 0 w 1625337"/>
              <a:gd name="connsiteY10" fmla="*/ 1119184 h 1803595"/>
              <a:gd name="connsiteX0" fmla="*/ 0 w 1625337"/>
              <a:gd name="connsiteY0" fmla="*/ 1119184 h 1799376"/>
              <a:gd name="connsiteX1" fmla="*/ 0 w 1625337"/>
              <a:gd name="connsiteY1" fmla="*/ 1647822 h 1799376"/>
              <a:gd name="connsiteX2" fmla="*/ 1476374 w 1625337"/>
              <a:gd name="connsiteY2" fmla="*/ 1464467 h 1799376"/>
              <a:gd name="connsiteX3" fmla="*/ 1264443 w 1625337"/>
              <a:gd name="connsiteY3" fmla="*/ 540542 h 1799376"/>
              <a:gd name="connsiteX4" fmla="*/ 835820 w 1625337"/>
              <a:gd name="connsiteY4" fmla="*/ 373856 h 1799376"/>
              <a:gd name="connsiteX5" fmla="*/ 807244 w 1625337"/>
              <a:gd name="connsiteY5" fmla="*/ 0 h 1799376"/>
              <a:gd name="connsiteX6" fmla="*/ 421482 w 1625337"/>
              <a:gd name="connsiteY6" fmla="*/ 321468 h 1799376"/>
              <a:gd name="connsiteX7" fmla="*/ 595313 w 1625337"/>
              <a:gd name="connsiteY7" fmla="*/ 766762 h 1799376"/>
              <a:gd name="connsiteX8" fmla="*/ 923925 w 1625337"/>
              <a:gd name="connsiteY8" fmla="*/ 1007267 h 1799376"/>
              <a:gd name="connsiteX9" fmla="*/ 621506 w 1625337"/>
              <a:gd name="connsiteY9" fmla="*/ 1352547 h 1799376"/>
              <a:gd name="connsiteX10" fmla="*/ 0 w 1625337"/>
              <a:gd name="connsiteY10" fmla="*/ 1119184 h 1799376"/>
              <a:gd name="connsiteX0" fmla="*/ 0 w 1635914"/>
              <a:gd name="connsiteY0" fmla="*/ 1119184 h 1799376"/>
              <a:gd name="connsiteX1" fmla="*/ 0 w 1635914"/>
              <a:gd name="connsiteY1" fmla="*/ 1647822 h 1799376"/>
              <a:gd name="connsiteX2" fmla="*/ 1476374 w 1635914"/>
              <a:gd name="connsiteY2" fmla="*/ 1464467 h 1799376"/>
              <a:gd name="connsiteX3" fmla="*/ 1264443 w 1635914"/>
              <a:gd name="connsiteY3" fmla="*/ 540542 h 1799376"/>
              <a:gd name="connsiteX4" fmla="*/ 835820 w 1635914"/>
              <a:gd name="connsiteY4" fmla="*/ 373856 h 1799376"/>
              <a:gd name="connsiteX5" fmla="*/ 807244 w 1635914"/>
              <a:gd name="connsiteY5" fmla="*/ 0 h 1799376"/>
              <a:gd name="connsiteX6" fmla="*/ 421482 w 1635914"/>
              <a:gd name="connsiteY6" fmla="*/ 321468 h 1799376"/>
              <a:gd name="connsiteX7" fmla="*/ 595313 w 1635914"/>
              <a:gd name="connsiteY7" fmla="*/ 766762 h 1799376"/>
              <a:gd name="connsiteX8" fmla="*/ 923925 w 1635914"/>
              <a:gd name="connsiteY8" fmla="*/ 1007267 h 1799376"/>
              <a:gd name="connsiteX9" fmla="*/ 621506 w 1635914"/>
              <a:gd name="connsiteY9" fmla="*/ 1352547 h 1799376"/>
              <a:gd name="connsiteX10" fmla="*/ 0 w 1635914"/>
              <a:gd name="connsiteY10" fmla="*/ 1119184 h 1799376"/>
              <a:gd name="connsiteX0" fmla="*/ 0 w 1720482"/>
              <a:gd name="connsiteY0" fmla="*/ 1119184 h 1772537"/>
              <a:gd name="connsiteX1" fmla="*/ 0 w 1720482"/>
              <a:gd name="connsiteY1" fmla="*/ 1647822 h 1772537"/>
              <a:gd name="connsiteX2" fmla="*/ 1476374 w 1720482"/>
              <a:gd name="connsiteY2" fmla="*/ 1464467 h 1772537"/>
              <a:gd name="connsiteX3" fmla="*/ 1397793 w 1720482"/>
              <a:gd name="connsiteY3" fmla="*/ 626267 h 1772537"/>
              <a:gd name="connsiteX4" fmla="*/ 835820 w 1720482"/>
              <a:gd name="connsiteY4" fmla="*/ 373856 h 1772537"/>
              <a:gd name="connsiteX5" fmla="*/ 807244 w 1720482"/>
              <a:gd name="connsiteY5" fmla="*/ 0 h 1772537"/>
              <a:gd name="connsiteX6" fmla="*/ 421482 w 1720482"/>
              <a:gd name="connsiteY6" fmla="*/ 321468 h 1772537"/>
              <a:gd name="connsiteX7" fmla="*/ 595313 w 1720482"/>
              <a:gd name="connsiteY7" fmla="*/ 766762 h 1772537"/>
              <a:gd name="connsiteX8" fmla="*/ 923925 w 1720482"/>
              <a:gd name="connsiteY8" fmla="*/ 1007267 h 1772537"/>
              <a:gd name="connsiteX9" fmla="*/ 621506 w 1720482"/>
              <a:gd name="connsiteY9" fmla="*/ 1352547 h 1772537"/>
              <a:gd name="connsiteX10" fmla="*/ 0 w 1720482"/>
              <a:gd name="connsiteY10" fmla="*/ 1119184 h 1772537"/>
              <a:gd name="connsiteX0" fmla="*/ 0 w 1630664"/>
              <a:gd name="connsiteY0" fmla="*/ 1119184 h 1772537"/>
              <a:gd name="connsiteX1" fmla="*/ 0 w 1630664"/>
              <a:gd name="connsiteY1" fmla="*/ 1647822 h 1772537"/>
              <a:gd name="connsiteX2" fmla="*/ 1476374 w 1630664"/>
              <a:gd name="connsiteY2" fmla="*/ 1464467 h 1772537"/>
              <a:gd name="connsiteX3" fmla="*/ 1397793 w 1630664"/>
              <a:gd name="connsiteY3" fmla="*/ 626267 h 1772537"/>
              <a:gd name="connsiteX4" fmla="*/ 835820 w 1630664"/>
              <a:gd name="connsiteY4" fmla="*/ 373856 h 1772537"/>
              <a:gd name="connsiteX5" fmla="*/ 807244 w 1630664"/>
              <a:gd name="connsiteY5" fmla="*/ 0 h 1772537"/>
              <a:gd name="connsiteX6" fmla="*/ 421482 w 1630664"/>
              <a:gd name="connsiteY6" fmla="*/ 321468 h 1772537"/>
              <a:gd name="connsiteX7" fmla="*/ 595313 w 1630664"/>
              <a:gd name="connsiteY7" fmla="*/ 766762 h 1772537"/>
              <a:gd name="connsiteX8" fmla="*/ 923925 w 1630664"/>
              <a:gd name="connsiteY8" fmla="*/ 1007267 h 1772537"/>
              <a:gd name="connsiteX9" fmla="*/ 621506 w 1630664"/>
              <a:gd name="connsiteY9" fmla="*/ 1352547 h 1772537"/>
              <a:gd name="connsiteX10" fmla="*/ 0 w 1630664"/>
              <a:gd name="connsiteY10" fmla="*/ 1119184 h 1772537"/>
              <a:gd name="connsiteX0" fmla="*/ 0 w 1615856"/>
              <a:gd name="connsiteY0" fmla="*/ 1119184 h 1800557"/>
              <a:gd name="connsiteX1" fmla="*/ 0 w 1615856"/>
              <a:gd name="connsiteY1" fmla="*/ 1647822 h 1800557"/>
              <a:gd name="connsiteX2" fmla="*/ 1476374 w 1615856"/>
              <a:gd name="connsiteY2" fmla="*/ 1464467 h 1800557"/>
              <a:gd name="connsiteX3" fmla="*/ 1397793 w 1615856"/>
              <a:gd name="connsiteY3" fmla="*/ 626267 h 1800557"/>
              <a:gd name="connsiteX4" fmla="*/ 835820 w 1615856"/>
              <a:gd name="connsiteY4" fmla="*/ 373856 h 1800557"/>
              <a:gd name="connsiteX5" fmla="*/ 807244 w 1615856"/>
              <a:gd name="connsiteY5" fmla="*/ 0 h 1800557"/>
              <a:gd name="connsiteX6" fmla="*/ 421482 w 1615856"/>
              <a:gd name="connsiteY6" fmla="*/ 321468 h 1800557"/>
              <a:gd name="connsiteX7" fmla="*/ 595313 w 1615856"/>
              <a:gd name="connsiteY7" fmla="*/ 766762 h 1800557"/>
              <a:gd name="connsiteX8" fmla="*/ 923925 w 1615856"/>
              <a:gd name="connsiteY8" fmla="*/ 1007267 h 1800557"/>
              <a:gd name="connsiteX9" fmla="*/ 621506 w 1615856"/>
              <a:gd name="connsiteY9" fmla="*/ 1352547 h 1800557"/>
              <a:gd name="connsiteX10" fmla="*/ 0 w 1615856"/>
              <a:gd name="connsiteY10" fmla="*/ 1119184 h 1800557"/>
              <a:gd name="connsiteX0" fmla="*/ 0 w 1626496"/>
              <a:gd name="connsiteY0" fmla="*/ 1119184 h 1800277"/>
              <a:gd name="connsiteX1" fmla="*/ 0 w 1626496"/>
              <a:gd name="connsiteY1" fmla="*/ 1647822 h 1800277"/>
              <a:gd name="connsiteX2" fmla="*/ 1476374 w 1626496"/>
              <a:gd name="connsiteY2" fmla="*/ 1464467 h 1800277"/>
              <a:gd name="connsiteX3" fmla="*/ 1397793 w 1626496"/>
              <a:gd name="connsiteY3" fmla="*/ 626267 h 1800277"/>
              <a:gd name="connsiteX4" fmla="*/ 835820 w 1626496"/>
              <a:gd name="connsiteY4" fmla="*/ 373856 h 1800277"/>
              <a:gd name="connsiteX5" fmla="*/ 807244 w 1626496"/>
              <a:gd name="connsiteY5" fmla="*/ 0 h 1800277"/>
              <a:gd name="connsiteX6" fmla="*/ 421482 w 1626496"/>
              <a:gd name="connsiteY6" fmla="*/ 321468 h 1800277"/>
              <a:gd name="connsiteX7" fmla="*/ 595313 w 1626496"/>
              <a:gd name="connsiteY7" fmla="*/ 766762 h 1800277"/>
              <a:gd name="connsiteX8" fmla="*/ 923925 w 1626496"/>
              <a:gd name="connsiteY8" fmla="*/ 1007267 h 1800277"/>
              <a:gd name="connsiteX9" fmla="*/ 621506 w 1626496"/>
              <a:gd name="connsiteY9" fmla="*/ 1352547 h 1800277"/>
              <a:gd name="connsiteX10" fmla="*/ 0 w 1626496"/>
              <a:gd name="connsiteY10" fmla="*/ 1119184 h 1800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496" h="1800277">
                <a:moveTo>
                  <a:pt x="0" y="1119184"/>
                </a:moveTo>
                <a:lnTo>
                  <a:pt x="0" y="1647822"/>
                </a:lnTo>
                <a:cubicBezTo>
                  <a:pt x="686196" y="1947462"/>
                  <a:pt x="1196953" y="1762179"/>
                  <a:pt x="1476374" y="1464467"/>
                </a:cubicBezTo>
                <a:cubicBezTo>
                  <a:pt x="1699180" y="1227076"/>
                  <a:pt x="1674781" y="817990"/>
                  <a:pt x="1397793" y="626267"/>
                </a:cubicBezTo>
                <a:cubicBezTo>
                  <a:pt x="1228944" y="509394"/>
                  <a:pt x="1023144" y="457993"/>
                  <a:pt x="835820" y="373856"/>
                </a:cubicBezTo>
                <a:cubicBezTo>
                  <a:pt x="676275" y="325437"/>
                  <a:pt x="542926" y="112711"/>
                  <a:pt x="807244" y="0"/>
                </a:cubicBezTo>
                <a:cubicBezTo>
                  <a:pt x="507207" y="50006"/>
                  <a:pt x="440530" y="235745"/>
                  <a:pt x="421482" y="321468"/>
                </a:cubicBezTo>
                <a:cubicBezTo>
                  <a:pt x="362745" y="574674"/>
                  <a:pt x="546894" y="723107"/>
                  <a:pt x="595313" y="766762"/>
                </a:cubicBezTo>
                <a:cubicBezTo>
                  <a:pt x="664369" y="835024"/>
                  <a:pt x="857250" y="884236"/>
                  <a:pt x="923925" y="1007267"/>
                </a:cubicBezTo>
                <a:cubicBezTo>
                  <a:pt x="992188" y="1158079"/>
                  <a:pt x="883541" y="1334500"/>
                  <a:pt x="621506" y="1352547"/>
                </a:cubicBezTo>
                <a:cubicBezTo>
                  <a:pt x="455755" y="1363963"/>
                  <a:pt x="205977" y="1265235"/>
                  <a:pt x="0" y="1119184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1" name="Freeform 30"/>
          <p:cNvSpPr/>
          <p:nvPr userDrawn="1"/>
        </p:nvSpPr>
        <p:spPr>
          <a:xfrm>
            <a:off x="1453559" y="3895630"/>
            <a:ext cx="503288" cy="291471"/>
          </a:xfrm>
          <a:custGeom>
            <a:avLst/>
            <a:gdLst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13690"/>
              <a:gd name="connsiteY0" fmla="*/ 635794 h 788194"/>
              <a:gd name="connsiteX1" fmla="*/ 1402556 w 1413690"/>
              <a:gd name="connsiteY1" fmla="*/ 64294 h 788194"/>
              <a:gd name="connsiteX2" fmla="*/ 547687 w 1413690"/>
              <a:gd name="connsiteY2" fmla="*/ 0 h 788194"/>
              <a:gd name="connsiteX3" fmla="*/ 14287 w 1413690"/>
              <a:gd name="connsiteY3" fmla="*/ 469106 h 788194"/>
              <a:gd name="connsiteX4" fmla="*/ 0 w 1413690"/>
              <a:gd name="connsiteY4" fmla="*/ 788194 h 788194"/>
              <a:gd name="connsiteX5" fmla="*/ 283368 w 1413690"/>
              <a:gd name="connsiteY5" fmla="*/ 438150 h 788194"/>
              <a:gd name="connsiteX6" fmla="*/ 821531 w 1413690"/>
              <a:gd name="connsiteY6" fmla="*/ 371475 h 788194"/>
              <a:gd name="connsiteX7" fmla="*/ 1404937 w 1413690"/>
              <a:gd name="connsiteY7" fmla="*/ 635794 h 788194"/>
              <a:gd name="connsiteX0" fmla="*/ 1404937 w 1417413"/>
              <a:gd name="connsiteY0" fmla="*/ 635794 h 788194"/>
              <a:gd name="connsiteX1" fmla="*/ 1402556 w 1417413"/>
              <a:gd name="connsiteY1" fmla="*/ 64294 h 788194"/>
              <a:gd name="connsiteX2" fmla="*/ 547687 w 1417413"/>
              <a:gd name="connsiteY2" fmla="*/ 0 h 788194"/>
              <a:gd name="connsiteX3" fmla="*/ 14287 w 1417413"/>
              <a:gd name="connsiteY3" fmla="*/ 469106 h 788194"/>
              <a:gd name="connsiteX4" fmla="*/ 0 w 1417413"/>
              <a:gd name="connsiteY4" fmla="*/ 788194 h 788194"/>
              <a:gd name="connsiteX5" fmla="*/ 283368 w 1417413"/>
              <a:gd name="connsiteY5" fmla="*/ 438150 h 788194"/>
              <a:gd name="connsiteX6" fmla="*/ 821531 w 1417413"/>
              <a:gd name="connsiteY6" fmla="*/ 371475 h 788194"/>
              <a:gd name="connsiteX7" fmla="*/ 1404937 w 1417413"/>
              <a:gd name="connsiteY7" fmla="*/ 635794 h 788194"/>
              <a:gd name="connsiteX0" fmla="*/ 1404937 w 1417413"/>
              <a:gd name="connsiteY0" fmla="*/ 636458 h 788858"/>
              <a:gd name="connsiteX1" fmla="*/ 1402556 w 1417413"/>
              <a:gd name="connsiteY1" fmla="*/ 64958 h 788858"/>
              <a:gd name="connsiteX2" fmla="*/ 547687 w 1417413"/>
              <a:gd name="connsiteY2" fmla="*/ 664 h 788858"/>
              <a:gd name="connsiteX3" fmla="*/ 14287 w 1417413"/>
              <a:gd name="connsiteY3" fmla="*/ 469770 h 788858"/>
              <a:gd name="connsiteX4" fmla="*/ 0 w 1417413"/>
              <a:gd name="connsiteY4" fmla="*/ 788858 h 788858"/>
              <a:gd name="connsiteX5" fmla="*/ 283368 w 1417413"/>
              <a:gd name="connsiteY5" fmla="*/ 438814 h 788858"/>
              <a:gd name="connsiteX6" fmla="*/ 821531 w 1417413"/>
              <a:gd name="connsiteY6" fmla="*/ 372139 h 788858"/>
              <a:gd name="connsiteX7" fmla="*/ 1404937 w 1417413"/>
              <a:gd name="connsiteY7" fmla="*/ 636458 h 788858"/>
              <a:gd name="connsiteX0" fmla="*/ 1404937 w 1417413"/>
              <a:gd name="connsiteY0" fmla="*/ 659983 h 812383"/>
              <a:gd name="connsiteX1" fmla="*/ 1402556 w 1417413"/>
              <a:gd name="connsiteY1" fmla="*/ 88483 h 812383"/>
              <a:gd name="connsiteX2" fmla="*/ 547687 w 1417413"/>
              <a:gd name="connsiteY2" fmla="*/ 24189 h 812383"/>
              <a:gd name="connsiteX3" fmla="*/ 14287 w 1417413"/>
              <a:gd name="connsiteY3" fmla="*/ 493295 h 812383"/>
              <a:gd name="connsiteX4" fmla="*/ 0 w 1417413"/>
              <a:gd name="connsiteY4" fmla="*/ 812383 h 812383"/>
              <a:gd name="connsiteX5" fmla="*/ 283368 w 1417413"/>
              <a:gd name="connsiteY5" fmla="*/ 462339 h 812383"/>
              <a:gd name="connsiteX6" fmla="*/ 821531 w 1417413"/>
              <a:gd name="connsiteY6" fmla="*/ 395664 h 812383"/>
              <a:gd name="connsiteX7" fmla="*/ 1404937 w 1417413"/>
              <a:gd name="connsiteY7" fmla="*/ 659983 h 812383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6804 w 1419280"/>
              <a:gd name="connsiteY0" fmla="*/ 674932 h 827332"/>
              <a:gd name="connsiteX1" fmla="*/ 1404423 w 1419280"/>
              <a:gd name="connsiteY1" fmla="*/ 103432 h 827332"/>
              <a:gd name="connsiteX2" fmla="*/ 549554 w 1419280"/>
              <a:gd name="connsiteY2" fmla="*/ 39138 h 827332"/>
              <a:gd name="connsiteX3" fmla="*/ 16154 w 1419280"/>
              <a:gd name="connsiteY3" fmla="*/ 508244 h 827332"/>
              <a:gd name="connsiteX4" fmla="*/ 1867 w 1419280"/>
              <a:gd name="connsiteY4" fmla="*/ 827332 h 827332"/>
              <a:gd name="connsiteX5" fmla="*/ 285235 w 1419280"/>
              <a:gd name="connsiteY5" fmla="*/ 477288 h 827332"/>
              <a:gd name="connsiteX6" fmla="*/ 823398 w 1419280"/>
              <a:gd name="connsiteY6" fmla="*/ 410613 h 827332"/>
              <a:gd name="connsiteX7" fmla="*/ 1406804 w 1419280"/>
              <a:gd name="connsiteY7" fmla="*/ 674932 h 827332"/>
              <a:gd name="connsiteX0" fmla="*/ 1409119 w 1421595"/>
              <a:gd name="connsiteY0" fmla="*/ 674932 h 827332"/>
              <a:gd name="connsiteX1" fmla="*/ 1406738 w 1421595"/>
              <a:gd name="connsiteY1" fmla="*/ 103432 h 827332"/>
              <a:gd name="connsiteX2" fmla="*/ 551869 w 1421595"/>
              <a:gd name="connsiteY2" fmla="*/ 39138 h 827332"/>
              <a:gd name="connsiteX3" fmla="*/ 18469 w 1421595"/>
              <a:gd name="connsiteY3" fmla="*/ 508244 h 827332"/>
              <a:gd name="connsiteX4" fmla="*/ 4182 w 1421595"/>
              <a:gd name="connsiteY4" fmla="*/ 827332 h 827332"/>
              <a:gd name="connsiteX5" fmla="*/ 287550 w 1421595"/>
              <a:gd name="connsiteY5" fmla="*/ 477288 h 827332"/>
              <a:gd name="connsiteX6" fmla="*/ 825713 w 1421595"/>
              <a:gd name="connsiteY6" fmla="*/ 410613 h 827332"/>
              <a:gd name="connsiteX7" fmla="*/ 1409119 w 1421595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17089 w 1428574"/>
              <a:gd name="connsiteY0" fmla="*/ 674932 h 827332"/>
              <a:gd name="connsiteX1" fmla="*/ 1414708 w 1428574"/>
              <a:gd name="connsiteY1" fmla="*/ 103432 h 827332"/>
              <a:gd name="connsiteX2" fmla="*/ 559839 w 1428574"/>
              <a:gd name="connsiteY2" fmla="*/ 39138 h 827332"/>
              <a:gd name="connsiteX3" fmla="*/ 26439 w 1428574"/>
              <a:gd name="connsiteY3" fmla="*/ 508244 h 827332"/>
              <a:gd name="connsiteX4" fmla="*/ 12152 w 1428574"/>
              <a:gd name="connsiteY4" fmla="*/ 827332 h 827332"/>
              <a:gd name="connsiteX5" fmla="*/ 295520 w 1428574"/>
              <a:gd name="connsiteY5" fmla="*/ 477288 h 827332"/>
              <a:gd name="connsiteX6" fmla="*/ 833683 w 1428574"/>
              <a:gd name="connsiteY6" fmla="*/ 410613 h 827332"/>
              <a:gd name="connsiteX7" fmla="*/ 1417089 w 1428574"/>
              <a:gd name="connsiteY7" fmla="*/ 674932 h 82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28574" h="827332">
                <a:moveTo>
                  <a:pt x="1417089" y="674932"/>
                </a:moveTo>
                <a:cubicBezTo>
                  <a:pt x="1435346" y="448714"/>
                  <a:pt x="1429789" y="289169"/>
                  <a:pt x="1414708" y="103432"/>
                </a:cubicBezTo>
                <a:cubicBezTo>
                  <a:pt x="1129752" y="1038"/>
                  <a:pt x="880514" y="-34681"/>
                  <a:pt x="559839" y="39138"/>
                </a:cubicBezTo>
                <a:cubicBezTo>
                  <a:pt x="324968" y="93205"/>
                  <a:pt x="103590" y="255487"/>
                  <a:pt x="26439" y="508244"/>
                </a:cubicBezTo>
                <a:cubicBezTo>
                  <a:pt x="-7732" y="620193"/>
                  <a:pt x="-4518" y="728112"/>
                  <a:pt x="12152" y="827332"/>
                </a:cubicBezTo>
                <a:cubicBezTo>
                  <a:pt x="28424" y="650723"/>
                  <a:pt x="130471" y="560134"/>
                  <a:pt x="295520" y="477288"/>
                </a:cubicBezTo>
                <a:cubicBezTo>
                  <a:pt x="460084" y="394686"/>
                  <a:pt x="654458" y="387116"/>
                  <a:pt x="833683" y="410613"/>
                </a:cubicBezTo>
                <a:cubicBezTo>
                  <a:pt x="1142452" y="451094"/>
                  <a:pt x="1298820" y="584445"/>
                  <a:pt x="1417089" y="674932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301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169023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Document change &amp; version history</a:t>
            </a:r>
            <a:endParaRPr lang="en-US" sz="3200" b="1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420FE7-689E-444C-ABDA-B8DC97CF055C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5205E5-B497-4674-AA5F-932D7AA5CE81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E3A0E-827F-4E80-8E1D-EC954DF9AD81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5E26B7F2-ABE7-45D8-9AC3-5E1F8E83049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76792039"/>
              </p:ext>
            </p:extLst>
          </p:nvPr>
        </p:nvGraphicFramePr>
        <p:xfrm>
          <a:off x="485593" y="812382"/>
          <a:ext cx="10515600" cy="5669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52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PCCSIM</a:t>
                      </a:r>
                      <a:r>
                        <a:rPr lang="en-US" sz="1800" baseline="0">
                          <a:solidFill>
                            <a:schemeClr val="bg1"/>
                          </a:solidFill>
                        </a:rPr>
                        <a:t> version</a:t>
                      </a:r>
                      <a:endParaRPr lang="en-US" sz="1800" b="0" i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Modified date</a:t>
                      </a:r>
                      <a:endParaRPr lang="en-US" sz="1800" b="0" i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Comments</a:t>
                      </a:r>
                      <a:endParaRPr lang="en-US" sz="1800" b="0" i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6" name="Text Placeholder 44">
            <a:extLst>
              <a:ext uri="{FF2B5EF4-FFF2-40B4-BE49-F238E27FC236}">
                <a16:creationId xmlns:a16="http://schemas.microsoft.com/office/drawing/2014/main" id="{A8520634-49E9-44BE-8B2F-B31556079F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074" y="1313428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Version 1…</a:t>
            </a:r>
          </a:p>
        </p:txBody>
      </p:sp>
      <p:sp>
        <p:nvSpPr>
          <p:cNvPr id="127" name="Text Placeholder 44">
            <a:extLst>
              <a:ext uri="{FF2B5EF4-FFF2-40B4-BE49-F238E27FC236}">
                <a16:creationId xmlns:a16="http://schemas.microsoft.com/office/drawing/2014/main" id="{47A7814B-A2AB-4C1B-B2C2-2848D9162B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2324" y="1322953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Date 1…</a:t>
            </a:r>
          </a:p>
        </p:txBody>
      </p:sp>
      <p:sp>
        <p:nvSpPr>
          <p:cNvPr id="128" name="Text Placeholder 44">
            <a:extLst>
              <a:ext uri="{FF2B5EF4-FFF2-40B4-BE49-F238E27FC236}">
                <a16:creationId xmlns:a16="http://schemas.microsoft.com/office/drawing/2014/main" id="{AB269AB8-8FEE-4A7D-A99F-7400B15E71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4044" y="1313428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Comment 1…</a:t>
            </a:r>
          </a:p>
        </p:txBody>
      </p:sp>
      <p:sp>
        <p:nvSpPr>
          <p:cNvPr id="129" name="Text Placeholder 44">
            <a:extLst>
              <a:ext uri="{FF2B5EF4-FFF2-40B4-BE49-F238E27FC236}">
                <a16:creationId xmlns:a16="http://schemas.microsoft.com/office/drawing/2014/main" id="{6A944757-155C-478C-8D3A-7AD3A195C6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074" y="1780347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0" name="Text Placeholder 44">
            <a:extLst>
              <a:ext uri="{FF2B5EF4-FFF2-40B4-BE49-F238E27FC236}">
                <a16:creationId xmlns:a16="http://schemas.microsoft.com/office/drawing/2014/main" id="{189BC163-7FA3-4652-8B84-56D1525B1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62324" y="1789872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1" name="Text Placeholder 44">
            <a:extLst>
              <a:ext uri="{FF2B5EF4-FFF2-40B4-BE49-F238E27FC236}">
                <a16:creationId xmlns:a16="http://schemas.microsoft.com/office/drawing/2014/main" id="{D5A6E04F-B7D9-4E88-9ED8-528C1C4C72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94044" y="1780347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2" name="Text Placeholder 44">
            <a:extLst>
              <a:ext uri="{FF2B5EF4-FFF2-40B4-BE49-F238E27FC236}">
                <a16:creationId xmlns:a16="http://schemas.microsoft.com/office/drawing/2014/main" id="{4CFFEE3E-1E64-44AE-B5F8-49D2F3DF61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074" y="2250833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3" name="Text Placeholder 44">
            <a:extLst>
              <a:ext uri="{FF2B5EF4-FFF2-40B4-BE49-F238E27FC236}">
                <a16:creationId xmlns:a16="http://schemas.microsoft.com/office/drawing/2014/main" id="{230F560B-7F5E-499C-8191-EA59FE710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62324" y="2260358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4" name="Text Placeholder 44">
            <a:extLst>
              <a:ext uri="{FF2B5EF4-FFF2-40B4-BE49-F238E27FC236}">
                <a16:creationId xmlns:a16="http://schemas.microsoft.com/office/drawing/2014/main" id="{2393B152-29EA-4C1A-9045-4009BF22DF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4044" y="2250833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5" name="Text Placeholder 44">
            <a:extLst>
              <a:ext uri="{FF2B5EF4-FFF2-40B4-BE49-F238E27FC236}">
                <a16:creationId xmlns:a16="http://schemas.microsoft.com/office/drawing/2014/main" id="{1DF97E7C-06EA-4DFE-A65D-9BF90164AD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2863" y="2727587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6" name="Text Placeholder 44">
            <a:extLst>
              <a:ext uri="{FF2B5EF4-FFF2-40B4-BE49-F238E27FC236}">
                <a16:creationId xmlns:a16="http://schemas.microsoft.com/office/drawing/2014/main" id="{2EA0929F-AC6F-4ABE-A65B-B2701F38EFD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65113" y="2737112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7" name="Text Placeholder 44">
            <a:extLst>
              <a:ext uri="{FF2B5EF4-FFF2-40B4-BE49-F238E27FC236}">
                <a16:creationId xmlns:a16="http://schemas.microsoft.com/office/drawing/2014/main" id="{8DB2739E-EE08-42EA-A70B-D24211F435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6833" y="2727587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8" name="Text Placeholder 44">
            <a:extLst>
              <a:ext uri="{FF2B5EF4-FFF2-40B4-BE49-F238E27FC236}">
                <a16:creationId xmlns:a16="http://schemas.microsoft.com/office/drawing/2014/main" id="{80D39BA8-A764-4D7B-94CA-C4A8A4D8AC9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863" y="3198073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9" name="Text Placeholder 44">
            <a:extLst>
              <a:ext uri="{FF2B5EF4-FFF2-40B4-BE49-F238E27FC236}">
                <a16:creationId xmlns:a16="http://schemas.microsoft.com/office/drawing/2014/main" id="{4F63D4D5-4760-4A66-AE66-8C462BD918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5113" y="3207598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0" name="Text Placeholder 44">
            <a:extLst>
              <a:ext uri="{FF2B5EF4-FFF2-40B4-BE49-F238E27FC236}">
                <a16:creationId xmlns:a16="http://schemas.microsoft.com/office/drawing/2014/main" id="{AD7C76E5-A89B-4088-8179-5CFE573EEF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96833" y="3198073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1" name="Text Placeholder 44">
            <a:extLst>
              <a:ext uri="{FF2B5EF4-FFF2-40B4-BE49-F238E27FC236}">
                <a16:creationId xmlns:a16="http://schemas.microsoft.com/office/drawing/2014/main" id="{B1CE6488-F136-41A8-9B86-FD664C5F25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9474" y="3674599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2" name="Text Placeholder 44">
            <a:extLst>
              <a:ext uri="{FF2B5EF4-FFF2-40B4-BE49-F238E27FC236}">
                <a16:creationId xmlns:a16="http://schemas.microsoft.com/office/drawing/2014/main" id="{E0E11077-0D94-43D3-90C8-977505C1DE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1724" y="3684124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3" name="Text Placeholder 44">
            <a:extLst>
              <a:ext uri="{FF2B5EF4-FFF2-40B4-BE49-F238E27FC236}">
                <a16:creationId xmlns:a16="http://schemas.microsoft.com/office/drawing/2014/main" id="{85FE2B94-9EE2-48FE-A340-2FC3A62960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603444" y="3674599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4" name="Text Placeholder 44">
            <a:extLst>
              <a:ext uri="{FF2B5EF4-FFF2-40B4-BE49-F238E27FC236}">
                <a16:creationId xmlns:a16="http://schemas.microsoft.com/office/drawing/2014/main" id="{257AA6D4-15CB-48C9-A816-2ACB3837DA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9474" y="4145085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5" name="Text Placeholder 44">
            <a:extLst>
              <a:ext uri="{FF2B5EF4-FFF2-40B4-BE49-F238E27FC236}">
                <a16:creationId xmlns:a16="http://schemas.microsoft.com/office/drawing/2014/main" id="{3D2E4CDA-E049-4677-ABD6-C2BBF2EB16A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71724" y="4154610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6" name="Text Placeholder 44">
            <a:extLst>
              <a:ext uri="{FF2B5EF4-FFF2-40B4-BE49-F238E27FC236}">
                <a16:creationId xmlns:a16="http://schemas.microsoft.com/office/drawing/2014/main" id="{7C5FDCE9-BB09-4C61-ACC6-442BC5D621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603444" y="4145085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7" name="Text Placeholder 44">
            <a:extLst>
              <a:ext uri="{FF2B5EF4-FFF2-40B4-BE49-F238E27FC236}">
                <a16:creationId xmlns:a16="http://schemas.microsoft.com/office/drawing/2014/main" id="{D831FE99-330F-4DCB-9EBE-621FADCFA6B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2263" y="4621839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8" name="Text Placeholder 44">
            <a:extLst>
              <a:ext uri="{FF2B5EF4-FFF2-40B4-BE49-F238E27FC236}">
                <a16:creationId xmlns:a16="http://schemas.microsoft.com/office/drawing/2014/main" id="{23866489-E81B-4619-ADAB-24E8A07438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4513" y="4631364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9" name="Text Placeholder 44">
            <a:extLst>
              <a:ext uri="{FF2B5EF4-FFF2-40B4-BE49-F238E27FC236}">
                <a16:creationId xmlns:a16="http://schemas.microsoft.com/office/drawing/2014/main" id="{2D2DD4D8-2621-4216-9858-3D2503C1EAA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606233" y="4621839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0" name="Text Placeholder 44">
            <a:extLst>
              <a:ext uri="{FF2B5EF4-FFF2-40B4-BE49-F238E27FC236}">
                <a16:creationId xmlns:a16="http://schemas.microsoft.com/office/drawing/2014/main" id="{67683399-4F56-4D78-868B-70A9AD25354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2263" y="5092325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1" name="Text Placeholder 44">
            <a:extLst>
              <a:ext uri="{FF2B5EF4-FFF2-40B4-BE49-F238E27FC236}">
                <a16:creationId xmlns:a16="http://schemas.microsoft.com/office/drawing/2014/main" id="{013CF28A-1CEF-4174-9271-A39A5A8C4A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74513" y="5101850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2" name="Text Placeholder 44">
            <a:extLst>
              <a:ext uri="{FF2B5EF4-FFF2-40B4-BE49-F238E27FC236}">
                <a16:creationId xmlns:a16="http://schemas.microsoft.com/office/drawing/2014/main" id="{E831CEAF-B504-4F11-96BD-7D0BD7C375F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606233" y="5092325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3" name="Text Placeholder 44">
            <a:extLst>
              <a:ext uri="{FF2B5EF4-FFF2-40B4-BE49-F238E27FC236}">
                <a16:creationId xmlns:a16="http://schemas.microsoft.com/office/drawing/2014/main" id="{392E1B0A-7EE3-4049-9D07-2A67AE44C3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9474" y="5565281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4" name="Text Placeholder 44">
            <a:extLst>
              <a:ext uri="{FF2B5EF4-FFF2-40B4-BE49-F238E27FC236}">
                <a16:creationId xmlns:a16="http://schemas.microsoft.com/office/drawing/2014/main" id="{4FDEDD44-D92D-48FF-B0B9-072678ADA8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71724" y="5574806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5" name="Text Placeholder 44">
            <a:extLst>
              <a:ext uri="{FF2B5EF4-FFF2-40B4-BE49-F238E27FC236}">
                <a16:creationId xmlns:a16="http://schemas.microsoft.com/office/drawing/2014/main" id="{B3F58D9D-FA1E-498C-A083-A7C1DEED54B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03444" y="5565281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6" name="Text Placeholder 44">
            <a:extLst>
              <a:ext uri="{FF2B5EF4-FFF2-40B4-BE49-F238E27FC236}">
                <a16:creationId xmlns:a16="http://schemas.microsoft.com/office/drawing/2014/main" id="{69DA7B37-8367-46F3-B914-5F37FDB225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9474" y="6035767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7" name="Text Placeholder 44">
            <a:extLst>
              <a:ext uri="{FF2B5EF4-FFF2-40B4-BE49-F238E27FC236}">
                <a16:creationId xmlns:a16="http://schemas.microsoft.com/office/drawing/2014/main" id="{6FE87AC8-072B-4B07-926F-2EFFB32AC8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71724" y="6045292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8" name="Text Placeholder 44">
            <a:extLst>
              <a:ext uri="{FF2B5EF4-FFF2-40B4-BE49-F238E27FC236}">
                <a16:creationId xmlns:a16="http://schemas.microsoft.com/office/drawing/2014/main" id="{05BBBA95-2527-42B9-86AC-4748D502FF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03444" y="6035767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7425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slideLayout" Target="../slideLayouts/slideLayout5.xml"/><Relationship Id="rId7" Type="http://schemas.openxmlformats.org/officeDocument/2006/relationships/tags" Target="../tags/tag1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4.bin"/><Relationship Id="rId5" Type="http://schemas.openxmlformats.org/officeDocument/2006/relationships/tags" Target="../tags/tag26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F3EC6AB-8604-454D-90A9-426F8FB0B4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94355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F3EC6AB-8604-454D-90A9-426F8FB0B4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21ED9D3F-6B8D-4A95-A8F0-04C53422FE12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46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310023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71232178-9D6D-45AE-BDA1-ECC4DB793126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76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2701946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45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708" r:id="rId4"/>
    <p:sldLayoutId id="2147483709" r:id="rId5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3159672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98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97235802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00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6250938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42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6840398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16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41592980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0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6421272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4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469D6EC-CE4A-473B-ADA7-262E540CA4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6505500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469D6EC-CE4A-473B-ADA7-262E540CA4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7CAB8478-B36D-4A32-8F08-EE202C086F18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3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0" r:id="rId2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D1FAF7-1D5F-4037-95F9-B345E20BD0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{{DEPARTMENT}}</a:t>
            </a:r>
            <a:r>
              <a:rPr lang="zh-TW" altLang="en-US" dirty="0"/>
              <a:t> </a:t>
            </a:r>
            <a:r>
              <a:rPr lang="en-US" altLang="zh-TW" dirty="0"/>
              <a:t>/ {{AUTHOR}}</a:t>
            </a:r>
            <a:endParaRPr lang="fr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6FD4A-45D5-4F56-95AA-5E52DCEDCE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BE" dirty="0"/>
              <a:t>{{CREATE_DATE}}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593221B-2276-6A60-D2FA-B7F5B811F93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47700" y="4222750"/>
            <a:ext cx="105600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{{TITLE}}</a:t>
            </a:r>
          </a:p>
        </p:txBody>
      </p:sp>
    </p:spTree>
    <p:extLst>
      <p:ext uri="{BB962C8B-B14F-4D97-AF65-F5344CB8AC3E}">
        <p14:creationId xmlns:p14="http://schemas.microsoft.com/office/powerpoint/2010/main" val="53096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40AEBE-78FA-4845-9A4E-14199DA226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TW" dirty="0"/>
              <a:t>{{IN_DN}}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844B1-1E32-40A9-B56D-5B6F294A11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{{CREATE_DATE}}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9C05B-4801-42C3-9551-B4E7E993F7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TW" dirty="0"/>
              <a:t>{{CLOSE_DATE}}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54170-6B44-40B4-A313-879E1415A9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{{MACHINE</a:t>
            </a:r>
            <a:r>
              <a:rPr lang="en-US" altLang="zh-TW" dirty="0"/>
              <a:t>_OR_TOOL</a:t>
            </a:r>
            <a:r>
              <a:rPr lang="en-US" dirty="0"/>
              <a:t>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86BC44-8A93-4B4A-9265-45C455EF2A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B16D07-9859-4690-B691-0629D8456C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18C012-39AC-4EDC-805F-26366BA716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71493" y="76200"/>
            <a:ext cx="5730240" cy="307505"/>
          </a:xfrm>
        </p:spPr>
        <p:txBody>
          <a:bodyPr/>
          <a:lstStyle/>
          <a:p>
            <a:r>
              <a:rPr lang="en-US" altLang="zh-TW" dirty="0"/>
              <a:t>{{TITLE}}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42005B-38CD-4F13-BD76-C1F109E7C4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34068" y="389881"/>
            <a:ext cx="3219860" cy="220804"/>
          </a:xfrm>
        </p:spPr>
        <p:txBody>
          <a:bodyPr/>
          <a:lstStyle/>
          <a:p>
            <a:r>
              <a:rPr lang="en-US" altLang="zh-TW" dirty="0"/>
              <a:t>{{MODULE_NAME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6AE978-8837-4BDA-9B93-CDEF21B958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534069" y="613229"/>
            <a:ext cx="2410156" cy="240858"/>
          </a:xfrm>
        </p:spPr>
        <p:txBody>
          <a:bodyPr/>
          <a:lstStyle/>
          <a:p>
            <a:endParaRPr lang="en-US" altLang="zh-TW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EDBDEF-5933-4D49-BD25-7544575DF4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{{DEPARTMENT}} / {{AUTHOR}}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46C7B9-6C86-466E-B8E9-28393C871A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>
              <a:buFont typeface="Arial" pitchFamily="34" charset="0"/>
              <a:buChar char="•"/>
            </a:lvl1pPr>
            <a:lvl2pPr>
              <a:buFont typeface="Arial" pitchFamily="34" charset="0"/>
              <a:buChar char="–"/>
            </a:lvl2pPr>
            <a:lvl3pPr>
              <a:buFont typeface="Arial" pitchFamily="34" charset="0"/>
              <a:buChar char="•"/>
            </a:lvl3pPr>
            <a:lvl4pPr>
              <a:buFont typeface="Arial" pitchFamily="34" charset="0"/>
              <a:buChar char="–"/>
            </a:lvl4pPr>
            <a:lvl5pPr>
              <a:buFont typeface="Arial" pitchFamily="34" charset="0"/>
              <a:buChar char="»"/>
            </a:lvl5pPr>
            <a:lvl6pPr>
              <a:buFont typeface="Arial" pitchFamily="34" charset="0"/>
              <a:buChar char="•"/>
            </a:lvl6pPr>
            <a:lvl7pPr>
              <a:buFont typeface="Arial" pitchFamily="34" charset="0"/>
              <a:buChar char="•"/>
            </a:lvl7pPr>
            <a:lvl8pPr>
              <a:buFont typeface="Arial" pitchFamily="34" charset="0"/>
              <a:buChar char="•"/>
            </a:lvl8pPr>
            <a:lvl9pPr>
              <a:buFont typeface="Arial" pitchFamily="34" charset="0"/>
              <a:buChar char="•"/>
            </a:lvl9pPr>
          </a:lstStyle>
          <a:p>
            <a:pPr>
              <a:buNone/>
            </a:pPr>
            <a:r>
              <a:rPr lang="en-US" altLang="zh-TW" sz="800" dirty="0"/>
              <a:t>{{PROBLEM_DESCRIPTION}}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BD77BCC-E139-4E1C-B73B-2C0889B872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{{IMPACT}}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3A99D0-5834-495E-B07F-574130EFFD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41404" y="4038595"/>
            <a:ext cx="5730240" cy="578606"/>
          </a:xfrm>
        </p:spPr>
        <p:txBody>
          <a:bodyPr/>
          <a:lstStyle/>
          <a:p>
            <a:r>
              <a:rPr lang="en-US" altLang="zh-TW" sz="800" dirty="0"/>
              <a:t>{{NEED_HELP}}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DCAC041-2967-41B8-BF91-F9D2187D918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zh-TW" sz="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{{CONTAINER}}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39824D-EC1D-40AB-A8F6-473454247E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altLang="zh-TW" sz="800" dirty="0"/>
              <a:t>{{ROOT_CAUSE}}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212A15A-11E0-4D35-A3C6-AE0024C059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altLang="zh-TW" sz="800" dirty="0"/>
              <a:t>{{ACTION_TAKEN}}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F47019-13A5-415F-9197-63E49EE87A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sz="800"/>
              <a:t>{{SOLUTION}}</a:t>
            </a:r>
            <a:endParaRPr lang="en-US" sz="8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8269544-0917-7B54-E4E3-5D7C9B325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solidFill>
            <a:srgbClr val="FA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696" tIns="11109" rIns="12696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77A434A0-F56F-7403-6C6D-9921BB978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E3F822D6-52D8-9317-2181-A95F3AA6C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1" y="21790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1EE1227C-E65C-2C2E-1EC0-1928CD53C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4" name="Slide Zoom 23">
                <a:extLst>
                  <a:ext uri="{FF2B5EF4-FFF2-40B4-BE49-F238E27FC236}">
                    <a16:creationId xmlns:a16="http://schemas.microsoft.com/office/drawing/2014/main" id="{D1FBD22B-57A6-952A-4653-DDD825EE78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48933425"/>
                  </p:ext>
                </p:extLst>
              </p:nvPr>
            </p:nvGraphicFramePr>
            <p:xfrm>
              <a:off x="4627418" y="2349664"/>
              <a:ext cx="1334718" cy="750779"/>
            </p:xfrm>
            <a:graphic>
              <a:graphicData uri="http://schemas.microsoft.com/office/powerpoint/2016/slidezoom">
                <pslz:sldZm>
                  <pslz:sldZmObj sldId="2090651939" cId="1325550621">
                    <pslz:zmPr id="{249FBB33-7387-4900-B60E-8E95EDAAA01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34718" cy="7507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4" name="Slide Zoom 23">
                <a:extLst>
                  <a:ext uri="{FF2B5EF4-FFF2-40B4-BE49-F238E27FC236}">
                    <a16:creationId xmlns:a16="http://schemas.microsoft.com/office/drawing/2014/main" id="{D1FBD22B-57A6-952A-4653-DDD825EE78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7418" y="2349664"/>
                <a:ext cx="1334718" cy="7507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500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D46F5-036A-4BB5-9400-A2C4118F01B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B25DE2-53D4-4A4C-8BF0-EA0B3BDAE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44001-8DC6-494A-BD25-65C8C633C21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C22103-2A40-4FF8-9D56-A363F3F2E27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2F0DF5-969C-4F84-BE93-A03C94CBF1E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21CD45-A7FD-4489-95AF-31BC67C1E8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D842-BB7D-2B3E-D846-990E036354F1}"/>
              </a:ext>
            </a:extLst>
          </p:cNvPr>
          <p:cNvSpPr/>
          <p:nvPr/>
        </p:nvSpPr>
        <p:spPr>
          <a:xfrm>
            <a:off x="7708994" y="4328654"/>
            <a:ext cx="4483006" cy="2342146"/>
          </a:xfrm>
          <a:prstGeom prst="rect">
            <a:avLst/>
          </a:prstGeom>
          <a:solidFill>
            <a:schemeClr val="bg1"/>
          </a:solidFill>
          <a:ln w="19050" cap="sq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A415-3F6D-B7F3-1F6B-4A7757EB62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6749" y="709304"/>
            <a:ext cx="10424160" cy="2317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400" dirty="0"/>
              <a:t>{{PROBLEM_DESCRIPTION}}</a:t>
            </a:r>
            <a:endParaRPr lang="zh-TW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3434E-293F-3712-1BFA-F40F2DCB027E}"/>
              </a:ext>
            </a:extLst>
          </p:cNvPr>
          <p:cNvSpPr txBox="1"/>
          <p:nvPr/>
        </p:nvSpPr>
        <p:spPr>
          <a:xfrm>
            <a:off x="577440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{{PROBLEM_IMAGE_1_REMARK}}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BC371-6BF4-35F6-6853-8F094C3A1112}"/>
              </a:ext>
            </a:extLst>
          </p:cNvPr>
          <p:cNvSpPr txBox="1"/>
          <p:nvPr/>
        </p:nvSpPr>
        <p:spPr>
          <a:xfrm>
            <a:off x="577437" y="3833183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{{PROBLEM_IMAGE_1}}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EB0B2-62C4-AB17-EE61-45486DA02940}"/>
              </a:ext>
            </a:extLst>
          </p:cNvPr>
          <p:cNvSpPr txBox="1"/>
          <p:nvPr/>
        </p:nvSpPr>
        <p:spPr>
          <a:xfrm>
            <a:off x="4267198" y="3195827"/>
            <a:ext cx="28632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B. 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{{PROBLEM_IMAGE_2_REMARK}}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2DAA8-4D69-B515-DA5F-06BE7419F7BC}"/>
              </a:ext>
            </a:extLst>
          </p:cNvPr>
          <p:cNvSpPr txBox="1"/>
          <p:nvPr/>
        </p:nvSpPr>
        <p:spPr>
          <a:xfrm>
            <a:off x="7956958" y="3195827"/>
            <a:ext cx="26648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{{PROBLEM_IMAGE_3_REMARK}}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5B94A-CAE4-BBA5-B2A6-BA59D5B2D8D1}"/>
              </a:ext>
            </a:extLst>
          </p:cNvPr>
          <p:cNvSpPr txBox="1"/>
          <p:nvPr/>
        </p:nvSpPr>
        <p:spPr>
          <a:xfrm>
            <a:off x="4267198" y="3551474"/>
            <a:ext cx="32648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2AFF13-22F7-C0DD-ADBD-FB6B64C7B2AC}"/>
              </a:ext>
            </a:extLst>
          </p:cNvPr>
          <p:cNvSpPr txBox="1"/>
          <p:nvPr/>
        </p:nvSpPr>
        <p:spPr>
          <a:xfrm>
            <a:off x="4267198" y="3870221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{{PROBLEM_IMAGE_2}}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86AC69-1F6F-C421-F0B1-86F5D46D64CE}"/>
              </a:ext>
            </a:extLst>
          </p:cNvPr>
          <p:cNvSpPr txBox="1"/>
          <p:nvPr/>
        </p:nvSpPr>
        <p:spPr>
          <a:xfrm>
            <a:off x="7956958" y="3870359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{{PROBLEM_IMAGE_3}}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55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72364-9C7B-981B-6C42-6E03476B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EB013B-6D72-3D4E-292A-F8C588CE2E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4A3B6-8902-EC94-4B77-277AD12C4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D4477-D312-5410-CC01-18BBD10CF9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7440" y="712304"/>
            <a:ext cx="10424160" cy="2317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100" dirty="0"/>
              <a:t>{{PROBLEM_TIMELINE}}</a:t>
            </a:r>
          </a:p>
          <a:p>
            <a:pPr marL="0" indent="0">
              <a:buNone/>
            </a:pPr>
            <a:r>
              <a:rPr lang="en-US" altLang="zh-TW" sz="1100" dirty="0"/>
              <a:t>{{ACTION_TAKEN}}</a:t>
            </a:r>
            <a:endParaRPr lang="zh-TW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B8BD9-E58B-0218-CE77-5254B73A78CE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{{ACTION_TAKEN_IMAGE_1_REMARK}}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4E485-0BC2-67E6-AE67-AA3634FF1F8A}"/>
              </a:ext>
            </a:extLst>
          </p:cNvPr>
          <p:cNvSpPr txBox="1"/>
          <p:nvPr/>
        </p:nvSpPr>
        <p:spPr>
          <a:xfrm>
            <a:off x="577437" y="3833183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{{ACTION_TAKEN_IMAGE_1}}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C313D-37AC-16E9-29DF-DE8FEA802DAA}"/>
              </a:ext>
            </a:extLst>
          </p:cNvPr>
          <p:cNvSpPr txBox="1"/>
          <p:nvPr/>
        </p:nvSpPr>
        <p:spPr>
          <a:xfrm>
            <a:off x="4267198" y="3195827"/>
            <a:ext cx="28632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{{ACTION_TAKEN_IMAGE_2_REMARK}}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6D9C4-9690-2A44-0C73-F0B98697F546}"/>
              </a:ext>
            </a:extLst>
          </p:cNvPr>
          <p:cNvSpPr txBox="1"/>
          <p:nvPr/>
        </p:nvSpPr>
        <p:spPr>
          <a:xfrm>
            <a:off x="7956958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{{ACTION__TAKEN_IMAGE_3_REMARK}}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59CCB8-9262-E26D-A6EB-C2755D3B1E2D}"/>
              </a:ext>
            </a:extLst>
          </p:cNvPr>
          <p:cNvSpPr txBox="1"/>
          <p:nvPr/>
        </p:nvSpPr>
        <p:spPr>
          <a:xfrm>
            <a:off x="4267198" y="3551474"/>
            <a:ext cx="32648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E7DD5-77CB-1F6C-B97E-259DA8D250A6}"/>
              </a:ext>
            </a:extLst>
          </p:cNvPr>
          <p:cNvSpPr txBox="1"/>
          <p:nvPr/>
        </p:nvSpPr>
        <p:spPr>
          <a:xfrm>
            <a:off x="4267198" y="3870221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{{ACTION_TAKEN_IMAGE_2}}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BD5240-FE97-C30A-58FD-0CCA72739EBD}"/>
              </a:ext>
            </a:extLst>
          </p:cNvPr>
          <p:cNvSpPr txBox="1"/>
          <p:nvPr/>
        </p:nvSpPr>
        <p:spPr>
          <a:xfrm>
            <a:off x="7956958" y="3870359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</a:t>
            </a:r>
            <a:r>
              <a:rPr lang="en-US" altLang="zh-TW">
                <a:solidFill>
                  <a:schemeClr val="bg2">
                    <a:lumMod val="60000"/>
                    <a:lumOff val="40000"/>
                  </a:schemeClr>
                </a:solidFill>
              </a:rPr>
              <a:t>IMAGE_3}}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27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C60AC-C42D-421A-B7AD-80F50E9E33B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3BEA41-74CC-4EBD-BC43-20CEBDABF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096B1-5578-4D1A-AB20-8C16046AF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" y="682807"/>
            <a:ext cx="11028486" cy="603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{{CONTAINER}}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57539-CBE7-0765-8390-4967E69FDBAD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{{CONTAINER_IMAGE_1_REMARK}}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4965E-14E8-A78A-3229-0F891BB57EC0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CONTAINER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B25DB-6350-DD74-CE64-1DAEF27F4F62}"/>
              </a:ext>
            </a:extLst>
          </p:cNvPr>
          <p:cNvSpPr txBox="1"/>
          <p:nvPr/>
        </p:nvSpPr>
        <p:spPr>
          <a:xfrm>
            <a:off x="4101112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{{CONTAINER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IMAGE_2_REMARK}}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7B8E8-812F-AF79-AB02-B6312DBC238E}"/>
              </a:ext>
            </a:extLst>
          </p:cNvPr>
          <p:cNvSpPr txBox="1"/>
          <p:nvPr/>
        </p:nvSpPr>
        <p:spPr>
          <a:xfrm>
            <a:off x="4101112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CONTAINER </a:t>
            </a:r>
            <a:r>
              <a:rPr lang="en-US" dirty="0">
                <a:solidFill>
                  <a:schemeClr val="bg1"/>
                </a:solidFill>
              </a:rPr>
              <a:t>_IMAGE_2}}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CEA5ED-FFA2-0857-7F3B-6FCC171CB70B}"/>
              </a:ext>
            </a:extLst>
          </p:cNvPr>
          <p:cNvSpPr txBox="1"/>
          <p:nvPr/>
        </p:nvSpPr>
        <p:spPr>
          <a:xfrm>
            <a:off x="7624784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{{CONTAINER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IMAGE_3_REMARK}}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6CD5D-9FE7-6789-2924-236729E60B8E}"/>
              </a:ext>
            </a:extLst>
          </p:cNvPr>
          <p:cNvSpPr txBox="1"/>
          <p:nvPr/>
        </p:nvSpPr>
        <p:spPr>
          <a:xfrm>
            <a:off x="762478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CONTAINER </a:t>
            </a:r>
            <a:r>
              <a:rPr lang="en-US" dirty="0">
                <a:solidFill>
                  <a:schemeClr val="bg1"/>
                </a:solidFill>
              </a:rPr>
              <a:t>_IMAGE_3}}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270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DB43B-EF4D-46A3-B313-CD9192CEE2F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1B9BC-FCAF-465B-BD64-784E9B441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FBEB0-699A-4AD0-B5B4-3705B9357B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{{ROOT_CAUSE_POSSIBLE_CAUSE}}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78482-B8D5-EAF8-63B3-2D9D26585768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</a:t>
            </a:r>
            <a:r>
              <a:rPr lang="en-US" altLang="zh-TW" sz="1200" dirty="0">
                <a:solidFill>
                  <a:schemeClr val="bg1"/>
                </a:solidFill>
              </a:rPr>
              <a:t>ROOT_CAUSE_POSSIBLE_CAUSE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1450A-BF27-A6EB-F1B9-6599A8E342A3}"/>
              </a:ext>
            </a:extLst>
          </p:cNvPr>
          <p:cNvSpPr txBox="1"/>
          <p:nvPr/>
        </p:nvSpPr>
        <p:spPr>
          <a:xfrm>
            <a:off x="577440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ROOT_CAUSE_POSSIBLE_CAUSE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09803-0FB5-9B7E-38D3-382C3E91971E}"/>
              </a:ext>
            </a:extLst>
          </p:cNvPr>
          <p:cNvSpPr txBox="1"/>
          <p:nvPr/>
        </p:nvSpPr>
        <p:spPr>
          <a:xfrm>
            <a:off x="4101112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{{ROOT_CAUSE_POSSIBLE_CAUSE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IMAGE_2_REMARK}}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45BAF-7E51-02B6-710C-92AD82641E62}"/>
              </a:ext>
            </a:extLst>
          </p:cNvPr>
          <p:cNvSpPr txBox="1"/>
          <p:nvPr/>
        </p:nvSpPr>
        <p:spPr>
          <a:xfrm>
            <a:off x="4101112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ROOT_CAUSE_POSSIBLE_CAUSE </a:t>
            </a:r>
            <a:r>
              <a:rPr lang="en-US" dirty="0">
                <a:solidFill>
                  <a:schemeClr val="bg1"/>
                </a:solidFill>
              </a:rPr>
              <a:t>_IMAGE_2}}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37D2D-326E-EE9A-BDBD-DC80CB085F2D}"/>
              </a:ext>
            </a:extLst>
          </p:cNvPr>
          <p:cNvSpPr txBox="1"/>
          <p:nvPr/>
        </p:nvSpPr>
        <p:spPr>
          <a:xfrm>
            <a:off x="762478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{{ROOT_CAUSE_POSSIBLE_CAUSE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IMAGE_3_REMARK}}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1F0F7-38FA-B508-AE99-41CC133C60F6}"/>
              </a:ext>
            </a:extLst>
          </p:cNvPr>
          <p:cNvSpPr txBox="1"/>
          <p:nvPr/>
        </p:nvSpPr>
        <p:spPr>
          <a:xfrm>
            <a:off x="7624784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ROOT_CAUSE_POSSIBLE_CAUSE </a:t>
            </a:r>
            <a:r>
              <a:rPr lang="en-US" dirty="0">
                <a:solidFill>
                  <a:schemeClr val="bg1"/>
                </a:solidFill>
              </a:rPr>
              <a:t>_IMAGE_3}}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924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E339A-00C0-4636-A86C-EDCDFB0B90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B98BD-0764-4225-9BE8-2596C8B41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A0F41-4E09-4C9E-86CB-9AB9BAD7F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{{ROOT_CAUSE_TROUBLESHOOTING_TIMELINE}}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7E12B-49D8-CA81-E183-DCAC23F58162}"/>
              </a:ext>
            </a:extLst>
          </p:cNvPr>
          <p:cNvSpPr txBox="1"/>
          <p:nvPr/>
        </p:nvSpPr>
        <p:spPr>
          <a:xfrm>
            <a:off x="577440" y="3195827"/>
            <a:ext cx="24384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</a:t>
            </a:r>
            <a:r>
              <a:rPr lang="en-US" sz="1200" dirty="0">
                <a:solidFill>
                  <a:schemeClr val="bg1"/>
                </a:solidFill>
              </a:rPr>
              <a:t>ROOT_CAUSE_TROUBLESHOOTING_TIMELINE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7ADF1-05C0-B0FB-D97B-33CD56091519}"/>
              </a:ext>
            </a:extLst>
          </p:cNvPr>
          <p:cNvSpPr txBox="1"/>
          <p:nvPr/>
        </p:nvSpPr>
        <p:spPr>
          <a:xfrm>
            <a:off x="577440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{{ROOT_CAUSE_TROUBLESHOOTING_TIMELINE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1251A-2578-77E9-B8D2-731F2FACE8AE}"/>
              </a:ext>
            </a:extLst>
          </p:cNvPr>
          <p:cNvSpPr txBox="1"/>
          <p:nvPr/>
        </p:nvSpPr>
        <p:spPr>
          <a:xfrm>
            <a:off x="4101112" y="3195827"/>
            <a:ext cx="24384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</a:t>
            </a:r>
            <a:r>
              <a:rPr lang="en-US" sz="1200" dirty="0">
                <a:solidFill>
                  <a:schemeClr val="bg1"/>
                </a:solidFill>
              </a:rPr>
              <a:t>ROOT_CAUSE_TROUBLESHOOTING_TIMELINE</a:t>
            </a:r>
            <a:r>
              <a:rPr lang="en-US" altLang="zh-TW" sz="1200" dirty="0">
                <a:solidFill>
                  <a:schemeClr val="bg1"/>
                </a:solidFill>
              </a:rPr>
              <a:t> _</a:t>
            </a:r>
            <a:r>
              <a:rPr lang="en-US" altLang="zh-TW" sz="1200">
                <a:solidFill>
                  <a:schemeClr val="bg1"/>
                </a:solidFill>
                <a:latin typeface="+mn-lt"/>
              </a:rPr>
              <a:t>IMAGE_2_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AA612-25BB-3D1D-8A43-B96718FE3039}"/>
              </a:ext>
            </a:extLst>
          </p:cNvPr>
          <p:cNvSpPr txBox="1"/>
          <p:nvPr/>
        </p:nvSpPr>
        <p:spPr>
          <a:xfrm>
            <a:off x="4101112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{{ROOT_CAUSE_TROUBLESHOOTING_TIMELINE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_IMAGE_2}}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46395-EF73-2339-4A84-4C78644E3130}"/>
              </a:ext>
            </a:extLst>
          </p:cNvPr>
          <p:cNvSpPr txBox="1"/>
          <p:nvPr/>
        </p:nvSpPr>
        <p:spPr>
          <a:xfrm>
            <a:off x="7624784" y="3195827"/>
            <a:ext cx="24384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</a:t>
            </a:r>
            <a:r>
              <a:rPr lang="en-US" sz="1200" dirty="0">
                <a:solidFill>
                  <a:schemeClr val="bg1"/>
                </a:solidFill>
              </a:rPr>
              <a:t>ROOT_CAUSE_TROUBLESHOOTING_TIMELINE</a:t>
            </a:r>
            <a:r>
              <a:rPr lang="en-US" altLang="zh-TW" sz="1200" dirty="0">
                <a:solidFill>
                  <a:schemeClr val="bg1"/>
                </a:solidFill>
              </a:rPr>
              <a:t>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IMAGE_3_REMARK}}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25688-0AC5-4D3D-5039-636B2B6DEBB5}"/>
              </a:ext>
            </a:extLst>
          </p:cNvPr>
          <p:cNvSpPr txBox="1"/>
          <p:nvPr/>
        </p:nvSpPr>
        <p:spPr>
          <a:xfrm>
            <a:off x="7624784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{{ROOT_CAUSE_TROUBLESHOOTING_TIMELINE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_IMAGE_3}}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619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57A61-DFA7-408E-9912-B314E60909D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76F56D-DD1C-4C44-9B96-862C11ED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F20BE-676F-4A16-8E30-E03EDBEEFC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{{ROOT_CAUSE_DESCRIPTION}}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CD0CC-7B31-4D18-80EA-E2AE44E85F13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</a:t>
            </a:r>
            <a:r>
              <a:rPr lang="en-US" altLang="zh-TW" sz="1200" dirty="0">
                <a:solidFill>
                  <a:schemeClr val="bg1"/>
                </a:solidFill>
              </a:rPr>
              <a:t>ROOT_CAUSE_DESCRIPTION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28628-A600-6552-B758-FCE4BD0A7B99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ROOT_CAUSE_DESCRIPTION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78A58-BF6C-D000-5F41-0B181F94DB53}"/>
              </a:ext>
            </a:extLst>
          </p:cNvPr>
          <p:cNvSpPr txBox="1"/>
          <p:nvPr/>
        </p:nvSpPr>
        <p:spPr>
          <a:xfrm>
            <a:off x="4101112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{{ROOT_CAUSE_DESCRIPTION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3DF63-C4EA-EC15-1D94-D4311BCE854E}"/>
              </a:ext>
            </a:extLst>
          </p:cNvPr>
          <p:cNvSpPr txBox="1"/>
          <p:nvPr/>
        </p:nvSpPr>
        <p:spPr>
          <a:xfrm>
            <a:off x="4101112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ROOT_CAUSE_DESCRIPTION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01411-EE19-2046-B9FE-296EDB100A8A}"/>
              </a:ext>
            </a:extLst>
          </p:cNvPr>
          <p:cNvSpPr txBox="1"/>
          <p:nvPr/>
        </p:nvSpPr>
        <p:spPr>
          <a:xfrm>
            <a:off x="762478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{{ROOT_CAUSE_DESCRIPTION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D62E9-2A02-2E6B-D857-999870E5939C}"/>
              </a:ext>
            </a:extLst>
          </p:cNvPr>
          <p:cNvSpPr txBox="1"/>
          <p:nvPr/>
        </p:nvSpPr>
        <p:spPr>
          <a:xfrm>
            <a:off x="762478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ROOT_CAUSE_DESCRIPTION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556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1AF3F-04E0-41B7-9E4E-700C24F79E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B16C5-6955-4095-B530-885DBF6FB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08D61-4842-41B1-A5EB-6D6F1ACD69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{{SOLUTION}}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444CF-3D10-DB88-3436-72A6D08D4BCF}"/>
              </a:ext>
            </a:extLst>
          </p:cNvPr>
          <p:cNvSpPr txBox="1"/>
          <p:nvPr/>
        </p:nvSpPr>
        <p:spPr>
          <a:xfrm>
            <a:off x="577440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{{SOLUTION_IMAGE_1_REMARK}}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47E44-7A9B-0F4A-59F7-F54CB9BA5D52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SOLUTION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4E1A4-076C-1497-B904-96EE871AF91F}"/>
              </a:ext>
            </a:extLst>
          </p:cNvPr>
          <p:cNvSpPr txBox="1"/>
          <p:nvPr/>
        </p:nvSpPr>
        <p:spPr>
          <a:xfrm>
            <a:off x="3759367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{{SOLUTION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CA91A-992B-8E06-04BE-D428AB8D8012}"/>
              </a:ext>
            </a:extLst>
          </p:cNvPr>
          <p:cNvSpPr txBox="1"/>
          <p:nvPr/>
        </p:nvSpPr>
        <p:spPr>
          <a:xfrm>
            <a:off x="3759367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SOLUTION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9E73B-FBB1-D9FB-EE64-E1ABABA4C33C}"/>
              </a:ext>
            </a:extLst>
          </p:cNvPr>
          <p:cNvSpPr txBox="1"/>
          <p:nvPr/>
        </p:nvSpPr>
        <p:spPr>
          <a:xfrm>
            <a:off x="6941294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{{SOLUTION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B2B9F-E416-2B64-B730-80927711EE2B}"/>
              </a:ext>
            </a:extLst>
          </p:cNvPr>
          <p:cNvSpPr txBox="1"/>
          <p:nvPr/>
        </p:nvSpPr>
        <p:spPr>
          <a:xfrm>
            <a:off x="694129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SOLUTION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650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0CE70-81A7-41FE-B083-5BABE4CA2A2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3406B9-C167-49DB-BBDF-B37A31253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Slide </a:t>
            </a:r>
            <a:fld id="{1D9B13CD-33A0-446D-8703-F89F9F109F54}" type="slidenum">
              <a:rPr lang="en-US" noProof="0" smtClean="0">
                <a:solidFill>
                  <a:schemeClr val="bg1"/>
                </a:solidFill>
              </a:rPr>
              <a:pPr/>
              <a:t>10</a:t>
            </a:fld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3C025-0880-45A0-BC79-0EEF19DA3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/>
                </a:solidFill>
              </a:rPr>
              <a:t>{{IMPLEMENTATION}}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DCA0D-4E26-A78C-969E-8B017C35388C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{{IMPLEMENTATION_IMAGE_1_REMARK}}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1B5D0-26BB-3E0A-279A-3FD83D8ACC8E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{{IMPLEMENTATION_IMAGE_1}}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335FA-85AE-1877-4261-54D1A0066664}"/>
              </a:ext>
            </a:extLst>
          </p:cNvPr>
          <p:cNvSpPr txBox="1"/>
          <p:nvPr/>
        </p:nvSpPr>
        <p:spPr>
          <a:xfrm>
            <a:off x="3759367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{{IMPLEMENTATION_IMAGE_1_REMARK}}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D018C-3974-578B-512C-4EA1A6C18BA3}"/>
              </a:ext>
            </a:extLst>
          </p:cNvPr>
          <p:cNvSpPr txBox="1"/>
          <p:nvPr/>
        </p:nvSpPr>
        <p:spPr>
          <a:xfrm>
            <a:off x="3759367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{{IMPLEMENTATION_IMAGE_1}}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5EEB8-3135-EA55-7DB7-8A31EBF9461F}"/>
              </a:ext>
            </a:extLst>
          </p:cNvPr>
          <p:cNvSpPr txBox="1"/>
          <p:nvPr/>
        </p:nvSpPr>
        <p:spPr>
          <a:xfrm>
            <a:off x="694129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{{IMPLEMENTATION_IMAGE_1_REMARK}}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1E0D9-31EB-6E57-36A2-6CCEA67885ED}"/>
              </a:ext>
            </a:extLst>
          </p:cNvPr>
          <p:cNvSpPr txBox="1"/>
          <p:nvPr/>
        </p:nvSpPr>
        <p:spPr>
          <a:xfrm>
            <a:off x="694129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{{IMPLEMENTATION_IMAGE_1}}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967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051C8-61FD-47DF-BEAD-786E0EDAFA4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ADDB8-2FE0-47B0-BF64-1EEA27681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Slide </a:t>
            </a:r>
            <a:fld id="{1D9B13CD-33A0-446D-8703-F89F9F109F54}" type="slidenum">
              <a:rPr lang="en-US" noProof="0" smtClean="0">
                <a:solidFill>
                  <a:schemeClr val="bg1"/>
                </a:solidFill>
              </a:rPr>
              <a:pPr/>
              <a:t>11</a:t>
            </a:fld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CF822-039C-4BAB-AF52-2B3767F5EE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" y="682807"/>
            <a:ext cx="10424160" cy="2928611"/>
          </a:xfrm>
        </p:spPr>
        <p:txBody>
          <a:bodyPr/>
          <a:lstStyle/>
          <a:p>
            <a:r>
              <a:rPr lang="en-US" altLang="zh-TW" dirty="0">
                <a:solidFill>
                  <a:schemeClr val="bg1"/>
                </a:solidFill>
              </a:rPr>
              <a:t>{{MONITORING}}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BEBF4-60AD-5784-C1D7-67BF8212EF21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{{MONITORING_IMAGE_1_REMARK}}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72B99-70E2-4709-927A-58785C327F65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{{MONITORING_IMAGE_1}}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A1F14-069E-9119-BA56-31B823DA7779}"/>
              </a:ext>
            </a:extLst>
          </p:cNvPr>
          <p:cNvSpPr txBox="1"/>
          <p:nvPr/>
        </p:nvSpPr>
        <p:spPr>
          <a:xfrm>
            <a:off x="3759367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{{MONITORING_IMAGE_1_REMARK}}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667E5-CDCC-3C7E-0F4C-A484ADD1AFA6}"/>
              </a:ext>
            </a:extLst>
          </p:cNvPr>
          <p:cNvSpPr txBox="1"/>
          <p:nvPr/>
        </p:nvSpPr>
        <p:spPr>
          <a:xfrm>
            <a:off x="3759367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{{MONITORING_IMAGE_1}}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9BBE5-002B-D40D-8249-6A5CEA36CBF3}"/>
              </a:ext>
            </a:extLst>
          </p:cNvPr>
          <p:cNvSpPr txBox="1"/>
          <p:nvPr/>
        </p:nvSpPr>
        <p:spPr>
          <a:xfrm>
            <a:off x="694129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{{MONITORING_IMAGE_1_REMARK}}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7C277-4A82-FCEA-C592-3E85D9B80810}"/>
              </a:ext>
            </a:extLst>
          </p:cNvPr>
          <p:cNvSpPr txBox="1"/>
          <p:nvPr/>
        </p:nvSpPr>
        <p:spPr>
          <a:xfrm>
            <a:off x="694129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{{MONITORING_IMAGE_1}}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292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4817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IAAAAAAAAAAwAAAAMAAAAA/////wQADwwAAAAAAAAAAAAAIAD///////////////8AAAD////////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476pNC5tHdFgZy3ABRRSukFAAAAAAADAAAAAwADAAAAAQADAAAAAwD///////8DAAAAAwD///////8DAAQA////////BAAAAAMAEAALb6zjMJxUoECh32uUrqTfjAUAAAABAAMAAAAAAAMAAAACAAMAAAAAAAMAAAAC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AMAAAAAAAAAAAAACAB////////////////AAAA////////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gEDAAAAAwD///////8lAAZMaW5rZWRTaGFwZVByZXNlbnRhdGlvblNldHRpbmdzRGF0YV8wBQAAAAEABAAAAAAABAAAAAIA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I76pNC5tHdFgZy3ABRRSukDRGF0YQAbAAAABExpbmtlZFNoYXBlRGF0YQAFAAAAAAACTmFtZQAZAAAATGlua2VkU2hhcGVzRGF0YVByb3BlcnR5ABBWZXJzaW9uAAAAAAAJTGFzdFdyaXRlACWb5H18AQAAAAEA/////8YAxgAAAAVfaWQAEAAAAARvrOMwnFSgQKHfa5SupN+MA0RhdGEAUwAAAAhQcmVzZW50YXRpb25TY2FubmVkRm9yTGlua2VkU2hhcGVzAAECTnVtYmVyRm9ybWF0U2VwYXJhdG9yTW9kZQAKAAAAQXV0b21hdGljAAACTmFtZQAkAAAATGlua2VkU2hhcGVQcmVzZW50YXRpb25TZXR0aW5nc0RhdGEAEFZlcnNpb24AAAAAAAlMYXN0V3JpdGUAmpvkfXw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2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2.xml><?xml version="1.0" encoding="utf-8"?>
<a:theme xmlns:a="http://schemas.openxmlformats.org/drawingml/2006/main" name="1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3.xml><?xml version="1.0" encoding="utf-8"?>
<a:theme xmlns:a="http://schemas.openxmlformats.org/drawingml/2006/main" name="3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4.xml><?xml version="1.0" encoding="utf-8"?>
<a:theme xmlns:a="http://schemas.openxmlformats.org/drawingml/2006/main" name="4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5.xml><?xml version="1.0" encoding="utf-8"?>
<a:theme xmlns:a="http://schemas.openxmlformats.org/drawingml/2006/main" name="5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6.xml><?xml version="1.0" encoding="utf-8"?>
<a:theme xmlns:a="http://schemas.openxmlformats.org/drawingml/2006/main" name="6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7.xml><?xml version="1.0" encoding="utf-8"?>
<a:theme xmlns:a="http://schemas.openxmlformats.org/drawingml/2006/main" name="7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8.xml><?xml version="1.0" encoding="utf-8"?>
<a:theme xmlns:a="http://schemas.openxmlformats.org/drawingml/2006/main" name="8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9.xml><?xml version="1.0" encoding="utf-8"?>
<a:theme xmlns:a="http://schemas.openxmlformats.org/drawingml/2006/main" name="9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10.xml><?xml version="1.0" encoding="utf-8"?>
<a:theme xmlns:a="http://schemas.openxmlformats.org/drawingml/2006/main" name="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549168FB75A3488BC4103F87F73B40" ma:contentTypeVersion="18" ma:contentTypeDescription="Create a new document." ma:contentTypeScope="" ma:versionID="328a126f77957e0392744a93659f4520">
  <xsd:schema xmlns:xsd="http://www.w3.org/2001/XMLSchema" xmlns:xs="http://www.w3.org/2001/XMLSchema" xmlns:p="http://schemas.microsoft.com/office/2006/metadata/properties" xmlns:ns2="665c44e8-82e0-472a-a146-da60c58e68e1" xmlns:ns3="23be5dd0-5fe9-4d77-a208-8cb1544265e8" xmlns:ns4="96391330-744c-4f89-8848-61ee24e358ec" targetNamespace="http://schemas.microsoft.com/office/2006/metadata/properties" ma:root="true" ma:fieldsID="b907add6b8296a919324492997179082" ns2:_="" ns3:_="" ns4:_="">
    <xsd:import namespace="665c44e8-82e0-472a-a146-da60c58e68e1"/>
    <xsd:import namespace="23be5dd0-5fe9-4d77-a208-8cb1544265e8"/>
    <xsd:import namespace="96391330-744c-4f89-8848-61ee24e358ec"/>
    <xsd:element name="properties">
      <xsd:complexType>
        <xsd:sequence>
          <xsd:element name="documentManagement">
            <xsd:complexType>
              <xsd:all>
                <xsd:element ref="ns2:h299cf7589dc4b75bcd2bf9f19243c7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c44e8-82e0-472a-a146-da60c58e68e1" elementFormDefault="qualified">
    <xsd:import namespace="http://schemas.microsoft.com/office/2006/documentManagement/types"/>
    <xsd:import namespace="http://schemas.microsoft.com/office/infopath/2007/PartnerControls"/>
    <xsd:element name="h299cf7589dc4b75bcd2bf9f19243c76" ma:index="8" nillable="true" ma:taxonomy="true" ma:internalName="h299cf7589dc4b75bcd2bf9f19243c76" ma:taxonomyFieldName="InformationClassification" ma:displayName="Information Classification" ma:readOnly="false" ma:default="" ma:fieldId="{1299cf75-89dc-4b75-bcd2-bf9f19243c76}" ma:sspId="9bb7800a-9dd4-4efa-9404-7ac564e64633" ma:termSetId="15e70205-4b68-455f-98cc-31f0c36972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0b709eb4-ff14-4de3-a801-e4eb886c78e4}" ma:internalName="TaxCatchAll" ma:showField="CatchAllData" ma:web="96391330-744c-4f89-8848-61ee24e358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0b709eb4-ff14-4de3-a801-e4eb886c78e4}" ma:internalName="TaxCatchAllLabel" ma:readOnly="true" ma:showField="CatchAllDataLabel" ma:web="96391330-744c-4f89-8848-61ee24e358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be5dd0-5fe9-4d77-a208-8cb1544265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bb7800a-9dd4-4efa-9404-7ac564e646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91330-744c-4f89-8848-61ee24e358ec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9bb7800a-9dd4-4efa-9404-7ac564e64633" ContentTypeId="0x0101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5c44e8-82e0-472a-a146-da60c58e68e1" xsi:nil="true"/>
    <h299cf7589dc4b75bcd2bf9f19243c76 xmlns="665c44e8-82e0-472a-a146-da60c58e68e1">
      <Terms xmlns="http://schemas.microsoft.com/office/infopath/2007/PartnerControls"/>
    </h299cf7589dc4b75bcd2bf9f19243c76>
    <lcf76f155ced4ddcb4097134ff3c332f xmlns="23be5dd0-5fe9-4d77-a208-8cb1544265e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2D34274-DC47-432B-A115-EACADD5AAC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5c44e8-82e0-472a-a146-da60c58e68e1"/>
    <ds:schemaRef ds:uri="23be5dd0-5fe9-4d77-a208-8cb1544265e8"/>
    <ds:schemaRef ds:uri="96391330-744c-4f89-8848-61ee24e358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6D3FE8-DD6A-4107-ABA9-3D75862BC8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F9804C-418F-4597-AB48-7E749D9A5721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C76B05F0-EFB4-477E-A2FF-AF07B40BD0D5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665c44e8-82e0-472a-a146-da60c58e68e1"/>
    <ds:schemaRef ds:uri="http://schemas.openxmlformats.org/package/2006/metadata/core-properties"/>
    <ds:schemaRef ds:uri="http://purl.org/dc/terms/"/>
    <ds:schemaRef ds:uri="31629ac3-3e2e-4fc7-8811-2587ea125704"/>
    <ds:schemaRef ds:uri="http://www.w3.org/XML/1998/namespace"/>
    <ds:schemaRef ds:uri="http://purl.org/dc/dcmitype/"/>
    <ds:schemaRef ds:uri="23be5dd0-5fe9-4d77-a208-8cb1544265e8"/>
  </ds:schemaRefs>
</ds:datastoreItem>
</file>

<file path=docMetadata/LabelInfo.xml><?xml version="1.0" encoding="utf-8"?>
<clbl:labelList xmlns:clbl="http://schemas.microsoft.com/office/2020/mipLabelMetadata">
  <clbl:label id="{1c18959a-f805-4b02-b465-c75c791063b3}" enabled="1" method="Privileged" siteId="{af73baa8-f594-4eb2-a39d-93e96cad61f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6945</TotalTime>
  <Words>772</Words>
  <Application>Microsoft Office PowerPoint</Application>
  <PresentationFormat>Widescreen</PresentationFormat>
  <Paragraphs>100</Paragraphs>
  <Slides>12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MS PGothic</vt:lpstr>
      <vt:lpstr>Arial</vt:lpstr>
      <vt:lpstr>Calibri</vt:lpstr>
      <vt:lpstr>12_ASML_POWERPOINT presentation NW2</vt:lpstr>
      <vt:lpstr>1_ASML_POWERPOINT presentation NW2</vt:lpstr>
      <vt:lpstr>3_ASML_POWERPOINT presentation NW2</vt:lpstr>
      <vt:lpstr>4_ASML_POWERPOINT presentation NW2</vt:lpstr>
      <vt:lpstr>5_ASML_POWERPOINT presentation NW2</vt:lpstr>
      <vt:lpstr>6_ASML_POWERPOINT presentation NW2</vt:lpstr>
      <vt:lpstr>7_ASML_POWERPOINT presentation NW2</vt:lpstr>
      <vt:lpstr>8_ASML_POWERPOINT presentation NW2</vt:lpstr>
      <vt:lpstr>9_ASML_POWERPOINT presentation NW2</vt:lpstr>
      <vt:lpstr>ASML_POWERPOINT presentation NW2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Chang</dc:creator>
  <cp:lastModifiedBy>Gibson Chen - GIQH</cp:lastModifiedBy>
  <cp:revision>35</cp:revision>
  <dcterms:created xsi:type="dcterms:W3CDTF">2021-08-30T06:07:47Z</dcterms:created>
  <dcterms:modified xsi:type="dcterms:W3CDTF">2026-07-06T01:55:05Z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c18959a-f805-4b02-b465-c75c791063b3_Enabled">
    <vt:lpwstr>true</vt:lpwstr>
  </property>
  <property fmtid="{D5CDD505-2E9C-101B-9397-08002B2CF9AE}" pid="3" name="MSIP_Label_1c18959a-f805-4b02-b465-c75c791063b3_SetDate">
    <vt:lpwstr>2021-10-14T08:36:14Z</vt:lpwstr>
  </property>
  <property fmtid="{D5CDD505-2E9C-101B-9397-08002B2CF9AE}" pid="4" name="MSIP_Label_1c18959a-f805-4b02-b465-c75c791063b3_Method">
    <vt:lpwstr>Privileged</vt:lpwstr>
  </property>
  <property fmtid="{D5CDD505-2E9C-101B-9397-08002B2CF9AE}" pid="5" name="MSIP_Label_1c18959a-f805-4b02-b465-c75c791063b3_Name">
    <vt:lpwstr>1c18959a-f805-4b02-b465-c75c791063b3</vt:lpwstr>
  </property>
  <property fmtid="{D5CDD505-2E9C-101B-9397-08002B2CF9AE}" pid="6" name="MSIP_Label_1c18959a-f805-4b02-b465-c75c791063b3_SiteId">
    <vt:lpwstr>af73baa8-f594-4eb2-a39d-93e96cad61fc</vt:lpwstr>
  </property>
  <property fmtid="{D5CDD505-2E9C-101B-9397-08002B2CF9AE}" pid="7" name="MSIP_Label_1c18959a-f805-4b02-b465-c75c791063b3_ActionId">
    <vt:lpwstr>e3ae98a8-3346-4c42-b5a1-45754abe309c</vt:lpwstr>
  </property>
  <property fmtid="{D5CDD505-2E9C-101B-9397-08002B2CF9AE}" pid="8" name="MSIP_Label_1c18959a-f805-4b02-b465-c75c791063b3_ContentBits">
    <vt:lpwstr>2</vt:lpwstr>
  </property>
  <property fmtid="{D5CDD505-2E9C-101B-9397-08002B2CF9AE}" pid="9" name="ContentTypeId">
    <vt:lpwstr>0x0101002B549168FB75A3488BC4103F87F73B40</vt:lpwstr>
  </property>
  <property fmtid="{D5CDD505-2E9C-101B-9397-08002B2CF9AE}" pid="10" name="InformationClassification">
    <vt:lpwstr/>
  </property>
  <property fmtid="{D5CDD505-2E9C-101B-9397-08002B2CF9AE}" pid="11" name="MediaServiceImageTags">
    <vt:lpwstr/>
  </property>
</Properties>
</file>